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457" y="2355275"/>
            <a:ext cx="65722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2021" y="898815"/>
            <a:ext cx="1390650" cy="1581150"/>
          </a:xfrm>
          <a:prstGeom prst="rect">
            <a:avLst/>
          </a:prstGeom>
          <a:noFill/>
          <a:ln cap="flat" cmpd="sng" w="9525">
            <a:solidFill>
              <a:srgbClr val="1E4E7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67" y="202188"/>
            <a:ext cx="49053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68" y="835829"/>
            <a:ext cx="2577378" cy="45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8019" y="1277648"/>
            <a:ext cx="8709416" cy="558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862" y="633844"/>
            <a:ext cx="9107377" cy="5004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705" y="436418"/>
            <a:ext cx="850582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723" y="3477058"/>
            <a:ext cx="9986220" cy="1288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215" y="384030"/>
            <a:ext cx="9756122" cy="116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0991" y="1285875"/>
            <a:ext cx="7772400" cy="55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215" y="1685491"/>
            <a:ext cx="15430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263233" y="609600"/>
            <a:ext cx="11097491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probability theory, an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any specific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 or combination of outcomes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a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experiment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An event can be simple (involving a single outcome) or complex (involving multiple outcomes).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772" y="3237634"/>
            <a:ext cx="572841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831" y="283152"/>
            <a:ext cx="3767778" cy="478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1720" y="1431245"/>
            <a:ext cx="84582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/>
          <p:nvPr/>
        </p:nvSpPr>
        <p:spPr>
          <a:xfrm>
            <a:off x="307831" y="881179"/>
            <a:ext cx="11011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probability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refers to a type of probability that is based on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equally likely outcomes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517" y="524307"/>
            <a:ext cx="829627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217" y="3685309"/>
            <a:ext cx="84105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382" y="790164"/>
            <a:ext cx="787717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8146473" y="1219200"/>
            <a:ext cx="31588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Page: 190- ref. book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87" y="329045"/>
            <a:ext cx="4812455" cy="51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87" y="884055"/>
            <a:ext cx="9405885" cy="279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587" y="3721603"/>
            <a:ext cx="843915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8627" y="3721602"/>
            <a:ext cx="3470739" cy="302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14" y="273194"/>
            <a:ext cx="8805649" cy="270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477" y="3154505"/>
            <a:ext cx="4061797" cy="53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0935" y="3685308"/>
            <a:ext cx="8448675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91" y="82478"/>
            <a:ext cx="81819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7481" y="1412731"/>
            <a:ext cx="6924675" cy="505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4"/>
          <p:cNvCxnSpPr/>
          <p:nvPr/>
        </p:nvCxnSpPr>
        <p:spPr>
          <a:xfrm>
            <a:off x="5182901" y="1524000"/>
            <a:ext cx="0" cy="5334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37"/>
            <a:ext cx="7115175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143" y="936913"/>
            <a:ext cx="5305425" cy="315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5"/>
          <p:cNvCxnSpPr/>
          <p:nvPr/>
        </p:nvCxnSpPr>
        <p:spPr>
          <a:xfrm>
            <a:off x="6400800" y="858982"/>
            <a:ext cx="0" cy="3726873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29" y="1111826"/>
            <a:ext cx="44386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2221" y="1111826"/>
            <a:ext cx="42862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291" y="4354222"/>
            <a:ext cx="4602768" cy="93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1734" y="4330408"/>
            <a:ext cx="4607971" cy="157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457200" y="318655"/>
            <a:ext cx="2355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