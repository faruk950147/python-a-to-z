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10" Type="http://schemas.openxmlformats.org/officeDocument/2006/relationships/image" Target="../media/image17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517" y="317788"/>
            <a:ext cx="6322670" cy="63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517" y="1099270"/>
            <a:ext cx="9765558" cy="102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296" y="2415887"/>
            <a:ext cx="6804067" cy="3015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1871" y="3157261"/>
            <a:ext cx="6480129" cy="227372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50550" l="0" r="0" t="0"/>
          <a:stretch/>
        </p:blipFill>
        <p:spPr>
          <a:xfrm>
            <a:off x="1478539" y="801832"/>
            <a:ext cx="8383603" cy="2412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48853"/>
          <a:stretch/>
        </p:blipFill>
        <p:spPr>
          <a:xfrm>
            <a:off x="1478539" y="3380508"/>
            <a:ext cx="8658253" cy="257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840" y="265401"/>
            <a:ext cx="8906864" cy="1521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902" y="1787236"/>
            <a:ext cx="7258050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 rotWithShape="1">
          <a:blip r:embed="rId5">
            <a:alphaModFix/>
          </a:blip>
          <a:srcRect b="40634" l="0" r="0" t="0"/>
          <a:stretch/>
        </p:blipFill>
        <p:spPr>
          <a:xfrm>
            <a:off x="568902" y="4175414"/>
            <a:ext cx="7067550" cy="2239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67241"/>
          <a:stretch/>
        </p:blipFill>
        <p:spPr>
          <a:xfrm rot="-2737081">
            <a:off x="6485658" y="2723718"/>
            <a:ext cx="7067550" cy="123565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353" y="264968"/>
            <a:ext cx="7229475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353" y="3571165"/>
            <a:ext cx="7219950" cy="94297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" name="Google Shape;10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7263" y="4914346"/>
            <a:ext cx="9926005" cy="1611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 b="72362" l="0" r="0" t="0"/>
          <a:stretch/>
        </p:blipFill>
        <p:spPr>
          <a:xfrm>
            <a:off x="230763" y="61044"/>
            <a:ext cx="8239125" cy="950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 rotWithShape="1">
          <a:blip r:embed="rId4">
            <a:alphaModFix/>
          </a:blip>
          <a:srcRect b="76488" l="0" r="0" t="0"/>
          <a:stretch/>
        </p:blipFill>
        <p:spPr>
          <a:xfrm>
            <a:off x="258473" y="3355831"/>
            <a:ext cx="8343900" cy="1063769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" name="Google Shape;115;p17"/>
          <p:cNvPicPr preferRelativeResize="0"/>
          <p:nvPr/>
        </p:nvPicPr>
        <p:blipFill rotWithShape="1">
          <a:blip r:embed="rId4">
            <a:alphaModFix/>
          </a:blip>
          <a:srcRect b="31186" l="227" r="-227" t="23340"/>
          <a:stretch/>
        </p:blipFill>
        <p:spPr>
          <a:xfrm>
            <a:off x="258473" y="4686300"/>
            <a:ext cx="83439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3463" l="0" r="0" t="34085"/>
          <a:stretch/>
        </p:blipFill>
        <p:spPr>
          <a:xfrm>
            <a:off x="230762" y="964406"/>
            <a:ext cx="8239125" cy="214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 rotWithShape="1">
          <a:blip r:embed="rId4">
            <a:alphaModFix/>
          </a:blip>
          <a:srcRect b="0" l="0" r="17237" t="71053"/>
          <a:stretch/>
        </p:blipFill>
        <p:spPr>
          <a:xfrm rot="-3099160">
            <a:off x="6420920" y="3232872"/>
            <a:ext cx="6905680" cy="1309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" y="161925"/>
            <a:ext cx="8305800" cy="30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7405"/>
            <a:ext cx="44481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360" y="974322"/>
            <a:ext cx="4941201" cy="1864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397" y="2838733"/>
            <a:ext cx="4899647" cy="1433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359" y="4569156"/>
            <a:ext cx="4934719" cy="1449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4074" y="209266"/>
            <a:ext cx="5022014" cy="1702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35281" y="1845753"/>
            <a:ext cx="3340665" cy="704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70869" y="2550247"/>
            <a:ext cx="5148423" cy="136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04081" y="3915023"/>
            <a:ext cx="5405198" cy="2840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38" y="118849"/>
            <a:ext cx="8058150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