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notesSlides/notesSlide3.xml" ContentType="application/vnd.openxmlformats-officedocument.presentationml.notesSlide+xml"/>
  <Override PartName="/ppt/slides/slide4.xml" ContentType="application/vnd.openxmlformats-officedocument.presentationml.slide+xml"/>
  <Override PartName="/ppt/ink/ink20.xml" ContentType="application/inkml+xml"/>
  <Override PartName="/ppt/ink/ink21.xml" ContentType="application/inkml+xml"/>
  <Override PartName="/ppt/ink/ink22.xml" ContentType="application/inkml+xml"/>
  <Override PartName="/ppt/ink/ink29.xml" ContentType="application/inkml+xml"/>
  <Override PartName="/ppt/ink/ink34.xml" ContentType="application/inkml+xml"/>
  <Override PartName="/ppt/ink/ink35.xml" ContentType="application/inkml+xml"/>
  <Override PartName="/ppt/ink/ink36.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3.xml" ContentType="application/inkml+xml"/>
  <Override PartName="/ppt/ink/ink94.xml" ContentType="application/inkml+xml"/>
  <Override PartName="/ppt/ink/ink97.xml" ContentType="application/inkml+xml"/>
  <Override PartName="/ppt/ink/ink117.xml" ContentType="application/inkml+xml"/>
  <Override PartName="/ppt/ink/ink118.xml" ContentType="application/inkml+xml"/>
  <Override PartName="/ppt/notesSlides/notesSlide4.xml" ContentType="application/vnd.openxmlformats-officedocument.presentationml.notesSlide+xml"/>
  <Override PartName="/ppt/slides/slide5.xml" ContentType="application/vnd.openxmlformats-officedocument.presentationml.slide+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82.xml" ContentType="application/inkml+xml"/>
  <Override PartName="/ppt/ink/ink83.xml" ContentType="application/inkml+xml"/>
  <Override PartName="/ppt/ink/ink84.xml" ContentType="application/inkml+xml"/>
  <Override PartName="/ppt/ink/ink91.xml" ContentType="application/inkml+xml"/>
  <Override PartName="/ppt/ink/ink92.xml" ContentType="application/inkml+xml"/>
  <Override PartName="/ppt/ink/ink98.xml" ContentType="application/inkml+xml"/>
  <Override PartName="/ppt/ink/ink99.xml" ContentType="application/inkml+xml"/>
  <Override PartName="/ppt/ink/ink100.xml" ContentType="application/inkml+xml"/>
  <Override PartName="/ppt/ink/ink108.xml" ContentType="application/inkml+xml"/>
  <Override PartName="/ppt/ink/ink109.xml" ContentType="application/inkml+xml"/>
  <Override PartName="/ppt/notesSlides/notesSlide5.xml" ContentType="application/vnd.openxmlformats-officedocument.presentationml.notesSlide+xml"/>
  <Override PartName="/ppt/slides/slide6.xml" ContentType="application/vnd.openxmlformats-officedocument.presentationml.slide+xml"/>
  <Override PartName="/ppt/ink/ink95.xml" ContentType="application/inkml+xml"/>
  <Override PartName="/ppt/ink/ink96.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notesSlides/notesSlide6.xml" ContentType="application/vnd.openxmlformats-officedocument.presentationml.notesSlide+xml"/>
  <Override PartName="/ppt/slides/slide7.xml" ContentType="application/vnd.openxmlformats-officedocument.presentationml.slide+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saveSubsetFonts="1" strictFirstAndLastChars="0">
  <p:sldMasterIdLst>
    <p:sldMasterId id="2147483684" r:id="rId1"/>
  </p:sldMasterIdLst>
  <p:notesMasterIdLst>
    <p:notesMasterId r:id="rId2"/>
  </p:notesMasterIdLst>
  <p:sldIdLst>
    <p:sldId id="308" r:id="rId3"/>
    <p:sldId id="309" r:id="rId4"/>
    <p:sldId id="310" r:id="rId5"/>
    <p:sldId id="311" r:id="rId6"/>
    <p:sldId id="312" r:id="rId7"/>
    <p:sldId id="313" r:id="rId8"/>
    <p:sldId id="314" r:id="rId9"/>
    <p:sldId id="315" r:id="rId10"/>
  </p:sldIdLst>
  <p:sldSz type="screen16x9" cy="6858000" cx="12192000"/>
  <p:notesSz cx="6858000" cy="9144000"/>
  <p:defaultTex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horzBarState="maximized">
    <p:restoredLeft sz="15987" autoAdjust="0"/>
    <p:restoredTop sz="94660"/>
  </p:normalViewPr>
  <p:slideViewPr>
    <p:cSldViewPr>
      <p:cViewPr varScale="1">
        <p:scale>
          <a:sx n="116" d="100"/>
          <a:sy n="116" d="100"/>
        </p:scale>
        <p:origin x="1446" y="108"/>
      </p:cViewPr>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tableStyles" Target="tableStyles.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s>
</file>

<file path=ppt/ink/ink6.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17198.271 4200.081 136.826, 17238.277 4201.167 136.826, 17290.18 4202.826 136.826, 17364.461 4204.826 137.503, 17421.375 4205.556 138.745, 17460.809 4205.613 139.664, 17532.498 4205.782 141.91, 17580.061 4207.258 144.094, 17636.09 4212.744 146.459, 17686.65 4216.778 148.618, 17740.133 4217.505 150.567, 17783.234 4217.496 152.293, 17831.611 4218.232 153.992, 17887.217 4218.805 155.805, 17935.232 4218.579 157.44, 17991.207 4217.527 158.835, 18054.27 4217.415 160.592, 18105.918 4218.228 162.111, 18162.627 4218.456 163.314, 18229.111 4219.645 164.75, 18287.053 4220.487 166.048, 18327.775 4220.174 166.587, 18387.891 4219.172 167.886, 18428.457 4218.647 168.633, 18488.738 4218.091 170.154, 18531.115 4217.94 170.871, 18593.635 4217.777 172.312, 18636.996 4217.731 172.991, 18683.037 4217.055 173.64, 18732.385 4216.615 174.201, 18802.459 4214.513 175.087, 18847.059 4212.336 175.582, 18911.678 4209.017 176.493, 18952.77 4205.804 177.016, 19011.309 4202.029 177.764, 19073.285 4200.234 178.407, 19142.129 4197.755 179.275, 19195.809 4194.672 180.172, 19251.715 4191.262 181.048, 19314.342 4188.428 181.764, 19363.848 4186.69 182.782, 19417.941 4184.682 184.032, 19475.35 4181.242 185.489, 19519.559 4179.177 186.83, 19565.502 4177.782 188.182, 19616.004 4176.654 189.7, 19680.074 4174.25 191.734, 19730.809 4174.303 193.389, 19784.207 4174.701 196.944, 19835.836 4173.562 202.375, 19885.234 4175.53 214.461, 19940.369 4173.409 219.422, 20001.115 4169.274 220.197, 20067.059 4166.635 220.955, 20128.502 4163.88 222.067, 20189.635 4161.804 223.738, 20251.988 4159.496 224.072, 20316.268 4155.617 224.897, 20378.895 4154.155 225.241, 20441.6 4154.452 226.63, 20502.529 4155.799 227.621, 20563.131 4157.005 229.976, 20617.092 4158.153 231.734, 20678.09 4155.144 232.2, 20732.863 4148.822 234.383, 20669.424 4136.424 211.43, 20600.082 4150.015 176.15, 20539.1 4157.384 153.75, 20499.943 4158.887 100.014</trace>
</ink>
</file>

<file path=ppt/ink/ink7.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21313.309 4193.586 136.826, 21371.951 4183.024 153.164, 21430.521 4174.006 158.599, 21476.729 4167.37 160.713, 21547.355 4157.948 166.123, 21595.467 4154.297 168.242, 21666.156 4149.395 173.762, 21713.846 4147.813 175.631, 21784.631 4146.513 179.815, 21833.102 4147.333 181.991, 21909.59 4149.93 186.486, 21963.105 4150.943 188.569, 22041.752 4152.038 193.201, 22093.559 4152.331 195.601, 22170.025 4152.977 200.561, 22221.463 4154.582 202.86, 22297.529 4155.626 207.302, 22349.125 4155.613 209.278, 22423.016 4156.262 213.195, 22502.236 4158.049 216.285, 22590.402 4161.632 219.135, 22661.684 4163.543 221.481, 22739.029 4164.904 223.329, 22821.736 4164.931 225.901, 22886.521 4164.263 228.179, 22955.449 4162.968 230.224, 23023.375 4159.801 233.041, 23078.914 4156.497 235.964, 23140.852 4152.084 238.681, 23205.652 4150.228 241.286, 23285.314 4147.527 244.764, 23352.641 4144.561 249.093, 23414.338 4145.132 255.901, 23476.678 4141.598 263.418, 23397.061 4155.316 196.277, 23346.592 4158.947 173.36, 23305.15 4152.907 164.452, 23260.848 4146.415 129.981</trace>
</ink>
</file>

<file path=ppt/ink/ink8.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1480.409 5057.05 136.826, 1573.225 5060.457 142.212, 1629.766 5061.962 144.57, 1674.927 5061.888 145.877, 1743.442 5059.507 148.22, 1787.331 5056.674 149.227, 1827.106 5054.165 150.619, 1868.101 5051.875 151.941, 1926.276 5048.739 154.29, 1964.04 5047.013 155.528, 2003.776 5044.577 156.666, 2045.43 5041.025 157.706, 2104.32 5036.916 159.572, 2164.492 5033.395 160.985, 2228.845 5031.6 162.789, 2280.345 5031.311 164.215, 2353.979 5033.75 165.649, 2396.418 5035.761 166.38, 2457.199 5038.266 167.528, 2519.426 5042.262 168.264, 2589.968 5045.371 169.162, 2634.383 5046.619 169.706, 2683.114 5046.435 170.211, 2754.211 5046.529 171.155, 2805.653 5045.359 171.709, 2879.016 5043.09 172.666, 2927.163 5040.797 173.113, 2997.29 5037.329 173.932, 3043.151 5035.058 174.327, 3111.969 5031.332 175.189, 3159.295 5028.865 175.592, 3228.902 5026.581 176.297, 3276.179 5026.139 176.589, 3346.144 5025.036 177.3, 3392.321 5024.18 177.658, 3459.162 5022.951 178.277, 3502.761 5022.197 178.505, 3566.148 5020.751 179.135, 3608.281 5018.144 179.555, 3671.084 5013.371 180.524, 3714.773 5010.065 180.994, 3780.26 5006.527 182.046, 3850.091 5006.125 183.158, 3921.281 5005.855 184.497, 3976.634 5004.703 185.74, 4043.826 5002.223 186.853, 4121.203 4998.668 188.841, 4186.533 4994.882 190.681, 4232.29 4991.546 191.522, 4298.47 4986.994 193.207, 4343.801 4983.146 193.99, 4409.737 4978.052 195.366, 4481.613 4973.122 196.065, 4560.945 4970.31 197.052, 4626.288 4969.388 197.804, 4696.253 4969.597 198.201, 4766.267 4967.646 198.572, 4819.688 4965.231 199.149, 4878.381 4962.492 199.75, 4941.996 4962.633 200.244, 4992.076 4963.459 200.601, 5045.785 4964.477 200.891, 5104.358 4964.928 201.056, 5179.052 4965.725 201.592, 5247.414 4965.852 202.249, 5315.446 4969.904 202.758, 5386.184 4975.501 202.993, 5462.675 4978.799 203.033, 5510.139 4981.177 203.085, 5562.427 4984.939 203.115, 5617.397 4986.712 203.718, 5687.59 4987.91 204.995, 5756.95 4988.224 206.219, 5825 4986.488 206.957, 5894.131 4984.722 207.253, 5963.794 4978.619 207.212, 6036.495 4970.331 207.253, 6102.937 4963.584 207.212, 6162.089 4959.592 207.802, 6218.193 4957.303 208.028, 6268.165 4955.718 208.003, 6320.213 4954.432 208.491, 6378.335 4955.009 209.879, 6435.984 4949.268 213.522, 6488.617 4938.813 215.9, 6541.572 4923.049 220.658, 6584.827 4924.446 145.729</trace>
</ink>
</file>

<file path=ppt/ink/ink9.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8045.907 5083.025 136.826, 8110.254 5038.797 170.127, 8153.55 5017.309 172.082, 8199.302 4997.505 173.023, 8237.318 4982.763 173.844, 8293.252 4973.442 175.087, 8334.805 4972.13 176.128, 8377.01 4970.588 177.254, 8426.034 4968.709 178.706, 8492.112 4965.874 180.715, 8558.937 4965.535 182.571, 8602.592 4965.539 183.789, 8655.339 4962.632 184.84, 8714.432 4960.006 185.664, 8760.105 4958.692 186.491, 8808.829 4957.579 187.287, 8862.913 4957.655 187.861, 8929.724 4958.51 188.92, 8994.741 4958.802 189.879, 9057.896 4960.87 190.967, 9120.784 4962.152 191.967, 9182.097 4962.059 193.039, 9241.61 4964.01 193.966, 9297.733 4970.312 194.992, 9348.553 4977.654 197.013, 9404.268 4982.173 199.479, 9464.936 4982.613 201.549, 9530.244 4982.163 203.318, 9598.578 4982.966 204.403, 9663.516 4984.146 205.52, 9723.331 4987.339 207.102, 9780.003 4991.295 208.94, 9839.004 4995.207 210.618, 9897.492 5000.748 211.547, 9953.86 5006.455 211.918, 10006.956 5011.21 211.956, 10065.737 5015.865 211.983, 10129.553 5021.365 212.76, 10185.834 5026.87 212.473, 10239.784 5033.636 212.232, 10290.429 5039.416 213.181, 10350.29 5043.267 213.52, 10409.642 5047.1 213.518, 10465.917 5050.342 214.026, 10517.282 5054.391 214.147, 10575.271 5058.738 215.213, 10625.715 5061.433 216.177, 10676.355 5062.017 216.201, 10731.023 5066.106 216.201, 10785.473 5070.058 216.233, 10850.936 5073.621 216.814, 10902.26 5076.443 217.769, 10958.106 5078.765 218.446, 11013.608 5079.517 218.421, 11069.093 5079.627 218.416, 11128.459 5076.039 218.541, 11185.992 5071.799 218.625, 11244.217 5066.064 218.618, 11301.196 5059.082 219.928, 11359.704 5049.632 220.761, 11411.987 5040.466 220.763, 11462.886 5031.261 222.604, 11516.985 5017.785 226.644, 11573.23 5019.698 228.152, 11629.21 5031.547 230.494, 11682.501 5043.611 229.779, 11744.632 5052.732 230.442, 11806.902 5061.523 230.467, 11866.781 5065.067 231.333, 11934.629 5065.882 232.413, 11991.263 5066.73 232.807, 12049.314 5066.522 232.72, 12119.211 5065.273 232.693, 12173.709 5065.021 232.805, 12240.314 5060.622 232.188, 12299.186 5054.465 232.147, 12360.724 5053.426 232.514, 12419.007 5050.91 233.788, 12487.317 5044.52 235.296, 12548.478 5040.367 235.594, 12605.182 5039.768 235.632, 12661.076 5042.084 235.594, 12716.571 5049.754 237.863, 12768.304 5070.112 246.434, 12814.098 5033.706 260.285, 12870.322 5059.241 264.673, 12927.988 5036.043 261.961, 12992.637 5029.318 263.127, 13059.963 5026.454 262.021, 13132.136 5024.241 261.953, 13201.769 5026.718 261.95, 13264.229 5026.056 261.961, 13337.249 5022.218 262.004, 13405.289 5018.685 261.953, 13474.779 5020.149 261.907, 13542.645 5019.792 261.968, 13606.93 5015.804 261.812, 13678.698 5014.475 258.193, 13742.448 5018.757 223.422, 13782.994 5035.364 147.554</trace>
</ink>
</file>

<file path=ppt/ink/ink10.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14012.014 4981.929 136.826, 14059.197 4978.566 136.912, 14145.739 4971.834 137.326, 14183.206 4969.444 137.535, 14244.785 4964.907 138.009, 14291.035 4960.993 138.289, 14352.157 4957.146 138.9, 14435.616 4958.503 139.864, 14486.902 4959.669 140.459, 14543.689 4960.196 141.156, 14589.161 4960.807 141.817, 14638.742 4962.341 142.403, 14693.648 4965.26 143.106, 14738.794 4967.238 143.939, 14792.023 4966.119 144.879, 14855.868 4963.568 146.227, 14908.056 4961.173 147.671, 14996.009 4958.615 150.107, 15083.87 4954.919 152.421, 15173.927 4948.852 154.361, 15211.407 4946.392 154.887, 15267.05 4942.45 156.178, 15358.958 4934.569 158.565, 15414.994 4930.137 160.435, 15473.193 4926.222 162.829, 15517.997 4923.631 164.773, 15563.816 4922.374 166.028, 15610.311 4922.534 168.18, 15666.039 4922.006 170.791, 15707.541 4920.728 173.119, 15752.077 4922.377 175.868, 15794.188 4925.106 178.074, 15838.549 4930.169 179.964, 15882.004 4934.838 183.848, 15927.685 4933.75 188.648, 15972.667 4932.244 193.736, 16028.144 4929.814 197.902, 16079.918 4927.468 199.661, 16131.393 4927.236 201.413, 16192.499 4925.561 202.341, 16250.938 4922.8 203.626, 16298.673 4923.814 204.422, 16355.84 4921.626 205.097, 16421.66 4916.683 205.764, 16479.605 4916.452 206.422, 16532.814 4914.835 206.949, 16588.262 4914.178 207.178, 16639.02 4913.508 209.477, 16691.611 4914.825 210.433, 16746.82 4916.934 209.467, 16799.23 4918.83 211.407, 16838.066 4933.35 139.62</trace>
</ink>
</file>

<file path=ppt/ink/ink11.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17697.457 4949.468 136.826, 17769.463 4955.825 136.826, 17806.91 4952.521 136.826, 17855.102 4947.489 136.826, 17927.361 4938.828 137.166, 17977.043 4932.549 138.091, 18016.186 4927.649 139.162, 18058.264 4920.741 140.352, 18106.576 4913.935 142.069, 18146.158 4909.029 143.613, 18190.902 4905.944 144.827, 18240.75 4902.6 146.048, 18281.553 4899.624 147.243, 18327.482 4897.237 148.29, 18379.559 4895.382 149.073, 18421.703 4893.414 149.992, 18468.188 4890.341 151.04, 18519.951 4887.104 152.133, 18560.635 4885.866 153.093, 18604.535 4885.568 154.063, 18651.711 4885.13 155.095, 18689.604 4885.421 156.007, 18731.789 4886 156.878, 18781.746 4884.827 157.905, 18822.682 4882.798 158.886, 18869.561 4881.631 159.767, 18922.27 4880.263 160.811, 18963.5 4879.466 161.795, 19007.312 4878.603 162.68, 19053.584 4878.59 163.768, 19111.57 4877.988 164.954, 19166.453 4878.218 166.016, 19216.883 4878.237 166.734, 19267.865 4875.811 167.548, 19317.695 4873.373 168.718, 19364.65 4871.875 169.734, 19410.031 4869.827 171.235, 19459.842 4866.405 172.579, 19507.221 4861.387 173.499, 19548.711 4857.14 174.474, 19595.422 4853.838 175.098, 19652.752 4852.33 175.959, 19707.387 4853.305 177.189, 19757.705 4853.685 178.2, 19811.664 4854.766 178.868, 19863.414 4855.874 179.159, 19917.408 4856.729 179.184, 19972.975 4857.834 179.673, 20027.928 4859.928 180.429, 20081.539 4862.345 181.412, 20131.594 4865.457 182.291, 20178.064 4869.782 183.223, 20226.205 4872.388 184.063, 20278.332 4873.546 184.997, 20328.064 4873.515 185.903, 20382.479 4871.235 186.443, 20442.609 4870.607 187.272, 20501.912 4872.571 188.465, 20558.127 4874.611 189.611, 20613.18 4878.331 190.867, 20665.25 4879.354 191.825, 20718.723 4880.331 192.325, 20774.418 4883.364 192.652, 20829.824 4887.015 193.275, 20883.699 4892.311 193.859, 20938.434 4897.301 194.274, 20996.869 4901.911 194.535, 21053.938 4906.418 194.616, 21105.355 4910.556 195.216, 21158.215 4916.288 195.796, 21207.455 4921.382 196.267, 21259.258 4926.353 196.496, 21310.689 4929.563 196.574, 21367.518 4927.886 196.603, 21429.613 4926.161 196.634, 21489.357 4925.331 196.747, 21546.771 4922.884 197.259, 21605.334 4920.399 197.983, 21661.346 4915.397 198.45, 21715.369 4908.567 198.727, 21771.568 4904.121 198.739, 21833.115 4899.687 198.727, 21885.838 4894.363 199.309, 21942.6 4890.274 200.23, 21990.459 4889.254 200.833, 22037.381 4887.263 201.825, 22094.051 4886.872 202.637, 22155.293 4886.678 202.993, 22211.771 4885.9 203.896, 22264.564 4885.036 204.581, 22312.629 4884.521 205.052, 22368.576 4882.744 205.188, 22419.217 4882.991 205.467, 22482.893 4885.13 206.564, 22542.693 4884.746 208.025, 22598.49 4884.604 209.547, 22661.262 4888.271 211.455, 22725.621 4891.698 214.063, 22794.234 4894.703 217.183, 22870.725 4897.182 221.177, 22923.246 4899.596 223.75, 22977.783 4904.429 226.335, 23049.215 4911.467 228.929, 23117.826 4917.608 230.806, 23180.082 4922.25 232.135, 23246.398 4925.478 234.044, 23301.094 4930.96 236.78, 23360.973 4932.68 240.241, 23417.506 4927.649 242.719, 23457.209 4937.064 190.816</trace>
</ink>
</file>

<file path=ppt/ink/ink12.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1503.605 5690.513 136.826, 1544.813 5716.207 136.826, 1632.349 5755.998 136.826, 1726.278 5791.804 136.826, 1764.543 5808.009 136.826, 1815.795 5827.812 136.826, 1863.829 5838.708 136.826, 1920.571 5843.79 137.077, 1966.707 5845.441 137.635, 2017.83 5847.191 138.469, 2072.406 5847.822 139.735, 2114.85 5847.393 141.227, 2156.942 5847.315 142.841, 2205.283 5852.848 144.933, 2245.154 5858.309 146.925, 2289.564 5864.4 148.761, 2335.006 5871.032 150.77, 2414.108 5885.571 154.677, 2465.828 5891.671 156.574, 2506.493 5894.953 158.194, 2550.041 5896.501 159.484, 2597.98 5897.104 160.745, 2637.744 5898.276 162.021, 2683.731 5898.833 163.389, 2734.865 5900.798 164.852, 2777.39 5901.726 166.389, 2827.529 5903.532 167.98, 2885.413 5903.297 169.571, 2930.518 5901.567 170.958, 2979.661 5897.999 172.245, 3035.375 5893.543 174.004, 3081.486 5889.472 175.569, 3134.016 5884.197 176.987, 3195.409 5878.711 178.614, 3247.223 5873.39 180.101, 3304.982 5866.096 181.26, 3368.443 5854.984 182.617, 3418.359 5845.663 183.897, 3473.214 5836.047 185.021, 3531.376 5827.778 186.283, 3578.159 5822.394 187.263, 3631.692 5817.203 187.943, 3695.537 5808.641 188.945, 3745.931 5802.071 189.96, 3798.006 5795.782 190.929, 3853.721 5788.464 192.167, 3898.312 5781.827 193.458, 3946.33 5773.269 194.623, 3997.043 5766.634 195.484, 4062.612 5757.979 196.29, 4130.837 5747.403 197.216, 4196.896 5737.492 197.922, 4256.617 5731.869 198.486, 4312.733 5728.358 199.651, 4363.735 5724.536 200.815, 4418.423 5721.655 202.273, 4471.729 5722.588 203.276, 4525.132 5726.486 204.737, 4572.934 5729.036 205.924, 4621.998 5727.64 206.785, 4672.849 5726.827 207.772, 4721.987 5727.01 208.989, 4772.085 5730.436 209.512, 4822.228 5732.708 209.512, 4882.403 5733.467 210.864, 4939.976 5732.941 212.141, 4995.848 5731.916 212.558, 5051.198 5731.928 212.917, 5110.592 5731.795 213.456, 5165.056 5732.684 215.181, 5214.857 5739.909 215.497, 5265.149 5752.109 216.191, 5316.268 5767.632 216.233, 5369.592 5784.08 216.233, 5421.619 5793.083 216.225, 5474.383 5801.296 215.931, 5530.31 5807.619 215.077, 5592.366 5808.213 214.359, 5644.183 5806.304 214.049, 5701.456 5801.279 214.056, 5756.593 5797.69 214.089, 5816.843 5794.554 214.08, 5873.492 5792.62 214.046, 5927.067 5795.511 214.087, 5988.721 5803.396 214.08, 6044.061 5809.993 213.482, 6094.437 5818.151 212.406, 6145.398 5820.298 211.103, 6197.788 5821.324 211.183, 6256.425 5818.438 210.466, 6309.457 5810.438 209.61, 6364.054 5803.443 210.204, 6415.302 5789.369 209.461, 6462.005 5770.907 210.926, 6510.091 5758.723 211.93, 6563.758 5744.085 211.822, 6620.478 5734.916 211.909, 6671.045 5724.525 211.85, 6721.093 5716.045 211.805, 6775.672 5709.467 211.942, 6825.727 5703.717 211.824, 6876.017 5698.345 211.809, 6929.768 5692.264 211.916, 6983.384 5689.646 211.983, 7037.712 5694.107 211.909, 7086.532 5702.297 212.256, 7135.549 5710.372 212.986, 7187.597 5713.634 213.839, 7245.783 5715.904 212.904, 7300.594 5715.535 212.198, 7357.024 5712.875 212.722, 7426.519 5709.181 213.456, 7480.445 5708.352 213.887, 7543.653 5709.545 213.853, 7605.725 5713.149 213.894, 7660.962 5716.05 213.855, 7727.285 5719.419 214.007, 7781.741 5723.085 213.463, 7855.397 5728.211 213.318, 7929.353 5733.023 213.432, 8000.838 5736.268 213.064, 8071.422 5739.914 213.204, 8140.98 5742.715 213.423, 8215.133 5743.95 213.103, 8288.515 5742.179 212.671, 8355.008 5739.123 212.212, 8412.196 5734.808 211.928, 8469.956 5729.374 211.968, 8524.82 5727.393 212.682, 8584.293 5723.355 212.962, 8638.372 5717.539 213.42, 8692.673 5711.319 213.906, 8743.518 5707.073 214.011, 8796.157 5707.146 215.126, 8845.95 5713.897 218.52, 8900.332 5713.044 220.154, 8956.146 5706.892 220.803, 9007.784 5700.617 220.796, 9061.7 5694.673 221.469, 9117.305 5687.736 222.277, 9171.374 5679.965 222.963, 9231.684 5670.706 223.246, 9291.36 5661.674 223.306, 9345.292 5658.17 222.288, 9417.159 5651.258 222.62, 9474.158 5643.952 222.791, 9542.137 5640.219 223.272, 9613.871 5637.193 222.954, 9682.819 5635.415 222.346, 9747.164 5634.97 222.626, 9810.429 5634.213 222.83, 9878.309 5632.633 223.385, 9946.137 5632.556 223.38, 10013.641 5631.853 223.261, 10077.197 5632.013 222.969, 10140.386 5632.738 222.328, 10202.123 5634.636 222.557, 10255.949 5636.849 222.465, 10328.963 5642.06 221.925, 10387.489 5642.495 222.103, 10443.048 5645.556 221.472, 10498.633 5651.614 221.922, 10549.564 5661.492 222.26, 10600.769 5673.339 220.961, 10653.348 5686.826 220.761, 10705.579 5698.879 220.805, 10760.896 5704.558 221.774, 10815.228 5710.743 221.74, 10875.255 5717.171 220.832, 10936.639 5725.356 220.796, 10993.269 5730.587 221.774, 11046.734 5737.029 221.456, 11102.586 5744.691 221.125, 11158.328 5751.693 220.796, 11220.485 5757.408 220.761, 11276.282 5761.738 220.75, 11329.422 5764.55 220.72, 11381.264 5765.632 220.134, 11434.508 5765.247 219.96, 11486.284 5765.205 219.555, 11548.621 5761.246 219.055, 11605.8 5756.936 218.708, 11672.384 5752.026 219.642, 11728.677 5745.94 219.902, 11787.907 5742.95 219.523, 11842.338 5741.811 219.017, 11895.667 5739.513 218.57, 11947.224 5735.878 218.596, 12013.223 5731.276 218.561, 12071.923 5727.017 218.603, 12129.883 5725.325 218.596, 12191.982 5721.805 218.561, 12244.958 5721.584 218.605, 12299.711 5722.627 218.563, 12362.856 5726.974 218.561, 12426.265 5728.423 218.57, 12483.964 5727.108 218.605, 12536.921 5725.965 218.563, 12603.247 5726.296 218.561, 12656.596 5727.129 218.605, 12708.677 5728.039 218.561, 12761.503 5727.93 218.603, 12815.256 5729.777 218.596, 12874.693 5735.43 218.563, 12937.929 5739.603 218.561, 13003.111 5744.601 218.57, 13072.883 5747.931 218.605, 13127.742 5749.526 218.561, 13186.275 5751.022 218.603, 13244.774 5752.285 218.596, 13303.233 5757.643 218.561, 13356.802 5764.81 218.603, 13414.108 5773.195 218.596, 13478.684 5782.424 218.561, 13539.027 5794.591 218.603, 13599.446 5807.139 218.262, 13664.841 5815.772 217.145, 13720.455 5821.393 217.276, 13784.31 5825.818 217.126, 13838.102 5829.02 217.743, 13898.315 5832.445 218.105, 13961.165 5833.238 217.51, 14019.676 5834.154 217.732, 14084.465 5832.917 217.956, 14142.934 5831.073 217.51, 14205.425 5830.09 217.209, 14256.688 5830.081 216.621, 14309.52 5830.467 217.156, 14361.051 5831.412 216.225, 14406.707 5853.627 216.475, 14457.353 5842.486 217.239, 14508.951 5838.947 216.225, 14562.468 5838.047 216.891, 14614.659 5833.159 217.216, 14666.82 5827.653 217.02, 14718.821 5821.523 217.062, 14772.642 5816.994 216.673, 14823.516 5812.659 217.363, 14881.166 5805.578 218.09, 14939.825 5796.75 217.286, 14992.414 5789.048 217.334, 15053.361 5780.085 218.361, 15112.683 5770.948 219.833, 15173.583 5763.233 220.595, 15228.501 5758.431 220.615, 15279.927 5754.645 220.756, 15343.839 5751.928 220.741, 15409.548 5748.429 220.79, 15461.611 5747.169 220.818, 15513.382 5749.543 221.647, 15570.064 5756.427 220.782, 15623.619 5762.424 220.761, 15680.666 5770.712 220.805, 15733.877 5773.603 220.761, 15786.468 5766.798 220.805, 15840.033 5756.325 220.763, 15895.198 5746.84 222.501, 15947.255 5744.829 223.247, 15999.877 5744.597 223.39, 16061.259 5745.365 224.52, 16127.351 5746.571 225.334, 16184.594 5748.289 226.239, 16249.516 5753.545 226.452, 16312.48 5760.673 226.254, 16370.222 5769.028 226.622, 16426.43 5779.956 227.101, 16481.039 5789.94 227.008, 16535.775 5797.287 226.526, 16593.857 5803.935 225.985, 16654.895 5810.694 225.05, 16715.611 5813.872 224.263, 16775.947 5816.211 223.723, 16836.459 5815.198 223.395, 16895.627 5810.169 223.44, 16953.428 5804.968 223.395, 17010.967 5797.815 223.44, 17067.836 5786.943 223.395, 17120.1 5776.163 223.383, 17180.938 5765.677 223.241, 17237.33 5756.697 223.364, 17297.836 5746.794 223.441, 17351.418 5739.503 223.41, 17404.777 5730.719 223.374, 17464.9 5720.575 223.425, 17521.729 5713.025 223.453, 17579.379 5707.917 224.204, 17639.535 5700.472 223.863, 17696.77 5696.18 223.395, 17752.602 5694.111 223.404, 17808.75 5691.302 223.438, 17868.713 5687 223.44, 17927.643 5680.441 223.292, 17999.762 5675.846 223.29, 18063.857 5674.996 223.379, 18128.793 5673.946 223.384, 18185.625 5669.865 223.374, 18245.889 5666.027 223.244, 18305.318 5667.458 223.191, 18363.963 5669.462 222.392, 18427.762 5676.23 222.26, 18479.127 5684.146 221.32, 18533.732 5693.657 220.796, 18587.617 5701.983 220.629, 18641.518 5713.819 218.177, 18694.094 5719.537 216.193, 18745.74 5716.946 216.06, 18798.834 5713.109 216.121, 18853.719 5709.316 216.2, 18911.318 5706.733 216.091, 18970.344 5708.749 216.004, 19025.342 5713.639 216.039, 19078.82 5718.518 216.046, 19136.977 5724.328 216.036, 19198.564 5727.152 216.053, 19256.422 5729.58 216.004, 19311.426 5732.932 216.029, 19369.504 5735.894 216.004, 19424.402 5737.016 216.029, 19485.709 5739.335 216.004, 19547.023 5739.958 216.029, 19607.998 5738.103 215.765, 19668.832 5735.171 215.283, 19727.896 5734.659 215.46, 19788.852 5731.854 215.633, 19848.369 5725.664 215.981, 19905.719 5723.933 215.73, 19964.213 5721.116 215.274, 20015.918 5716.976 215.497, 20080.09 5714.619 215.75, 20131.846 5711.901 216.036, 20188.602 5708.25 214.984, 20254.033 5706.881 214.849, 20317.955 5704.67 214.653, 20379.223 5702.635 215.198, 20440.477 5703.196 215.093, 20496.848 5704.627 214.794, 20552.574 5706.263 215.198, 20611.803 5710.362 215.093, 20667.434 5714.322 215.605, 20732.451 5717.433 214.984, 20791.789 5718.901 214.849, 20856.43 5717.234 215.464, 20916.887 5716.429 216.029, 20979.57 5713.162 215.995, 21032.047 5709.836 216.039, 21082.73 5708.521 215.995, 21134.088 5706.766 216.039, 21186.654 5704.825 215.995, 21245.43 5703.137 216.151, 21297.848 5698.192 216.048, 21352.348 5692.904 216.188, 21416.637 5692.695 216.059, 21478.904 5688.332 216.808, 21531.734 5687.326 217.789, 21590.439 5684.587 218.296, 21649.668 5677.056 218.44, 21703.168 5673.076 219.305, 21760.525 5672.142 219.985, 21818.934 5670.741 220.481, 21878.119 5670.802 221.658, 21934.215 5671.505 222.596, 21993.639 5668.311 223.16, 22053.299 5663.747 224.307, 22114.834 5661.667 225.029, 22173.729 5656.625 226.545, 22230.113 5656.103 227.437, 22292.58 5655.171 228.923, 22361.543 5652.501 230.745, 22429.186 5651.778 233.103, 22502.682 5651.032 235.61, 22571.443 5650.583 238.108, 22633.596 5650.745 239.608, 22701.631 5649.636 241.677, 22766.398 5646.488 242.846, 22826.125 5645.309 240.039, 22882.658 5639.315 158.412, 22921.674 5647.877 44.085</trace>
</ink>
</file>

<file path=ppt/ink/ink13.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1767.111 6514.097 136.826, 1874.598 6525.393 146.326, 1934.745 6530.323 147.752, 2000.175 6533.857 149.325, 2042.704 6536.154 150.299, 2087.135 6535.343 151.696, 2138.73 6533.5 153.489, 2219.467 6528.533 155.64, 2282.077 6522.791 156.679, 2322.509 6519.031 157.442, 2374.101 6513.589 158.309, 2444.42 6506.736 158.998, 2489.774 6502.277 159.601, 2548.552 6496.746 160.331, 2623.728 6491.537 160.817, 2672.287 6488.168 161.23, 2740.72 6483.348 161.582, 2825.675 6479.596 161.85, 2880.465 6477.201 162.079, 2952.289 6475.317 161.895, 3039.446 6475.119 161.606, 3095.597 6475.034 161.332, 3166.99 6474.651 157.69, 3256.45 6475.424 154.231, 3314.099 6475.948 151.111, 3392.39 6477.277 148.304, 3482.285 6479.161 145.783, 3540.167 6480.395 143.508, 3577.79 6481.196 122.024, 3638.596 6482.56 90.112</trace>
</ink>
</file>

<file path=ppt/ink/ink14.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1606.594 2990.667 136.826, 1572.278 3032.246 136.826, 1525.961 3090.275 136.826, 1477.275 3154.981 136.826, 1433.549 3213.37 136.826, 1392.335 3275.15 138.744, 1364.784 3317.66 141.724, 1326.454 3381.464 146.66, 1302.724 3425.291 149.411, 1264.482 3506.19 154.41, 1238.926 3559.759 156.93, 1217.238 3603.886 159.217, 1186.995 3668.189 161.392, 1151.095 3752.196 164.284, 1127.927 3809.486 166.147, 1108.718 3856.73 167.454, 1093.765 3897.994 169.127, 1085.065 3942.945 170.907, 1093.079 3990.521 172.662, 1117.571 4036.106 173.6, 1178.469 4108.685 174.061, 1211.408 4146.922 174.058, 1255.649 4218.458 175.238, 1267.953 4268.555 175.572, 1270.712 4312.626 175.749, 1267.412 4370.189 175.781, 1260.245 4426.673 176.21, 1248.221 4487.052 176.748, 1232.823 4546.713 177.072, 1217.262 4594.414 177.394, 1196.946 4639.671 177.476, 1174.712 4682.943 177.56, 1153.077 4722.718 177.589, 1120.49 4768.85 177.968, 1077.056 4819.864 178.56, 1034.036 4873.322 178.957, 996.212 4928.201 179.21, 968.846 4975.958 179.751, 951.782 5024.912 180.5, 959.593 5075.281 181.069, 984.291 5127.054 181.127, 1057.586 5189.935 179.943, 1103.779 5220.404 179.49, 1147.533 5248.949 179.199, 1188.64 5281.607 179.232, 1223.634 5324.855 179.727, 1248.984 5381.914 180.329, 1264.359 5446.456 180.793, 1272.737 5513.434 181.009, 1275.259 5584.101 181.043, 1272.231 5629.092 181.087, 1264.834 5680.343 181.112, 1254.497 5735.969 181.216, 1244.65 5781.778 181.29, 1233.049 5832.239 181.277, 1216.308 5888.248 181.774, 1201.597 5932.958 182.175, 1185.209 5980.142 182.5, 1168.976 6024.845 183.244, 1150.888 6081.982 183.596, 1138.673 6139.405 183.929, 1134.786 6199.111 184.293, 1140.215 6255.179 184.52, 1163.169 6299.22 184.242, 1212.038 6330.304 183.111, 1254.64 6342.841 182.082, 1318.144 6349.646 180.924, 1402.718 6350.411 178.629, 1480.343 6351.964 174.885, 1535.622 6355.92 172.245, 1620.906 6363.378 164.213, 1676.279 6370.176 159.197, 1756.258 6381.409 150.65, 1804.201 6386.182 147.256, 1855.036 6391.308 122.074, 1893.722 6397.541 87.703</trace>
</ink>
</file>

<file path=ppt/ink/ink15.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12113.644 9123.668 136.826, 12156.639 9124.51 136.826, 12196.431 9125.319 136.826, 12265.987 9127.289 136.826, 12316.886 9129.224 136.826, 12364.183 9132.33 136.826, 12414.653 9135.995 136.826, 12459.117 9140.024 136.826, 12502.87 9142.827 136.826, 12556.878 9144.738 136.826, 12605.001 9148.728 136.826, 12679.279 9155.403 136.826, 12718.472 9160.525 136.826, 12758.502 9164.915 136.826, 12799.387 9170.369 136.826, 12839.513 9178.275 136.826, 12914.045 9192.49 136.826, 12988.366 9198.584 136.826, 13059.381 9207.393 136.826, 13132.692 9209.835 142.679, 13207.541 9197.086 146.344, 13249.346 9193.675 147.992, 13292.462 9194.994 149.488, 13331.503 9197.5 150.53, 13381.779 9196.651 151.621, 13420.434 9192.529 152.287, 13504.482 9182.887 153.716, 13547.114 9180.535 154.525, 13586.403 9177.813 155.015, 13634.771 9173.942 156.057, 13679.545 9170.567 156.907, 13719.352 9170.315 158.098, 13764.934 9171.792 159.334, 13803.962 9172.23 159.675, 13842.986 9179.055 160.541, 13881.745 9193.931 161.855, 13922.329 9207.146 162.594, 13966.694 9209.057 163.042, 14006.282 9207.689 163.905, 14048.611 9204.867 164.044, 14088.155 9198.407 164.87, 14136.928 9192.656 165.432, 14180.229 9190.04 165.724, 14224.969 9185.032 165.747, 14273.856 9175.845 166.223, 14320.366 9167.7 165.965, 14365.783 9160.573 166.323, 14407.543 9151.931 166.554, 14447.799 9140.335 166.982, 14486.955 9123.867 167.66, 14533.229 9103.282 168.22, 14572.479 9083.407 168.7, 14640.825 9029.521 168.832, 14695.394 8960.684 169.25, 14732.771 8883.951 171.085, 14744.309 8839.938 172.519, 14746.933 8795.78 174.869, 14742.515 8751.459 178.12, 14733.848 8708.613 182.021, 14718.315 8656.392 186.88, 14698.867 8608.409 192.827, 14677.155 8566.133 199.958, 14642.876 8522.871 206.525, 14599.896 8488.167 210.563, 14546.765 8462.103 212.897, 14495.6 8447.1 213.936, 14433.971 8437.632 214.35, 14372.535 8428.654 215.41, 14314.353 8419.962 216.498, 14254.19 8407.911 217.769, 14196.668 8390.944 218.507, 14132.972 8369.637 218.572, 14079.664 8350.896 219.243, 14023.66 8328.457 219.171, 13951.03 8299.088 219.384, 13886.78 8281.033 219.833, 13819.598 8266.424 219.781, 13748.557 8254.427 219.915, 13677.048 8241.011 220.058, 13608.783 8230.207 219.74, 13545.931 8222.292 219.886, 13484.992 8212.287 220.113, 13422.42 8205.387 219.781, 13353.065 8200.708 219.915, 13277.933 8196.47 220.113, 13194.504 8194.145 220.426, 13107.261 8195.575 220.74, 13052.645 8196.902 220.741, 12989.446 8198.62 220.818, 12919.653 8200.044 220.79, 12862.194 8202.107 220.741, 12792.902 8207.008 220.818, 12722.256 8211.006 220.79, 12665.52 8214.253 220.741, 12604.567 8219.45 220.818, 12543.261 8225.816 220.79, 12470.522 8233.402 221.398, 12405.748 8239.929 222.289, 12342.672 8250.706 222.22, 12281.066 8265.026 221.713, 12221.823 8278.078 221.125, 12159.705 8292.38 221.774, 12105.475 8306.607 222.779, 12046.76 8325.942 223.374, 11999.519 8357.812 223.744, 11978.215 8408.493 225.667, 11960.55 8462.61 227.707, 11938.873 8514.237 228.18, 11912.133 8567.327 228.291, 11882.456 8620.997 229.753, 11855.718 8672.799 231.91, 11839.009 8726.759 234.271, 11827.73 8786.199 237.303, 11844.432 8847.616 237.99, 11889.599 8898.923 240.109, 11955.316 8938.729 240.424, 12026.249 8965.164 240.452, 12098.738 8988.476 240.424, 12174.856 9014.079 240.079, 12256.713 9044.587 238.151, 12312.624 9068.202 235.732, 12381.237 9098.952 225.673, 12438.117 9124.54 207.175, 12503.255 9155.173 183.506, 12574.876 9189.751 164.702, 12614.446 9209.481 130.422</trace>
</ink>
</file>

<file path=ppt/ink/ink16.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10930.828 10191.131 136.826, 10963.279 10179.934 165.018, 10988.445 10171.757 168.08, 11030.838 10159.469 172.001, 11056.703 10152.151 173.244, 11094.004 10140.981 175.157, 11125.555 10133.097 176.79, 11152.145 10127.383 178.456, 11186.667 10121.4 180.053, 11216.643 10115.873 181.881, 11243.891 10107.798 185.086, 11214.548 10112.487 205.419, 11175.859 10124.729 208.805, 11145.851 10134.421 210.125, 11110.317 10146.627 213.735, 11074.783 10158.735 216.128, 11043.45 10169.527 217.112, 11010.146 10180.753 217.97, 10977.418 10194.151 219.477, 11015.501 10181.696 255.106, 11056.791 10169.156 257.769, 11105.673 10158.278 259.429, 11151.16 10155.935 253.23, 11187.847 10166.077 178.027, 11211.525 10181.979 49.543</trace>
</ink>
</file>

<file path=ppt/ink/ink17.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10845.934 11530.667 136.826, 10872.078 11519.994 166.044, 10901.499 11507.875 172.177, 10937.943 11493.461 179.184, 10987.067 11475.998 184.357, 11021.942 11463.454 190.901, 11050.746 11453.772 194.84, 11091.667 11440.332 200.651, 11125.084 11430.916 204.879, 11160.435 11422.521 209.527, 11192.465 11412.695 214.419, 11223.573 11403.912 217.166, 11186.529 11409.104 223.351, 11151.323 11425.199 224.024, 11106.152 11445.656 225.192, 11065.113 11467.305 226.367, 11025.017 11489.205 226.566, 10988.886 11507.07 227.65, 10945.572 11527.521 228.988, 10906.602 11546.143 229.065, 10873.77 11560.792 229.774, 10837.461 11574.73 230.118, 10860.521 11547.688 244.229, 10897.683 11528.933 250.171, 10940.454 11509.354 257.407, 10992.995 11489.646 261.56, 11049.807 11474.266 259.625, 11106.521 11461.719 254.279, 11172.222 11448.906 219.011, 11223.452 11438.448 190.432, 11253.539 11430.582 178.255, 11282.661 11423.426 109.808, 11306.604 11419.719 78.96</trace>
</ink>
</file>

<file path=ppt/ink/ink18.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12748.488 11763.45 136.826, 12773.831 11758.525 181.031, 12807.399 11752.183 188.019, 12835.722 11747.224 191.813, 12865.762 11741.069 195.097, 12897.153 11733.292 200.881, 12933.243 11724.186 203.367, 12973.895 11713.645 206.595, 13008.12 11704.277 209.605, 13042.09 11697.305 213.42, 13074.416 11696.752 217.316, 13106.367 11705.849 220.086, 13132.251 11723.52 108.529</trace>
</ink>
</file>

<file path=ppt/ink/ink19.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14351.545 11800.582 136.826, 14383.927 11784.296 145.414, 14423.103 11772.354 151.106, 14460.122 11763.24 156.186, 14494.073 11758.747 158.541, 14550.336 11751.436 162.457, 14600.742 11745.483 163.913, 14660.612 11737.679 164.663, 14735.172 11727.421 165.251, 14783.536 11720.772 165.5, 14843.91 11713.768 161.273, 14920.383 11701.271 157.469, 14969.905 11693.177 153.885, 15032.167 11681.244 150.638, 15117.611 11655.298 147.717, 15172.879 11638.468 125.574, 15218.915 11626.485 100.014, 15266.567 11609.053 70.197</trace>
</ink>
</file>

<file path=ppt/ink/ink20.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851.324 1269.15 136.826, 873.095 1223.337 149.564, 900.003 1168.41 153.765, 940.229 1098.901 159.128, 996.591 1018.284 165.437, 1041.291 966.561 170.068, 1093.557 922.346 174.323, 1162.455 877.481 178.998, 1222.485 844.372 182.697, 1293.522 809.083 185.649, 1374.918 765.564 188.904, 1426.607 737.711 190.467, 1487.494 706.155 191.926, 1576.462 660.336 194.123, 1633.755 629.976 195.185, 1715.832 587.641 197.128, 1765.318 562.789 198.272, 1838.256 528.678 199.91, 1916.541 498.619 201.024, 1998.847 471.369 201.906, 2092.052 452.78 201.714, 2157.921 446.295 198.281, 2214.379 451.505 192.257, 2271.602 481.046 167.702, 2277.697 525.365 105.912</trace>
</ink>
</file>

<file path=ppt/ink/ink21.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1017.814 1238.611 140.137, 1112.245 1209.694 149.007, 1162.989 1193.79 151.11, 1258.912 1154.2 155.107, 1361.8 1099.409 160.436, 1407.629 1075.417 162.558, 1462.254 1047.934 164.991, 1525.05 1016.99 167.246, 1615.706 973.57 171.201, 1676.283 948.288 173.167, 1765.66 912.925 176.109, 1826.722 891.952 177.488, 1891.965 870.244 178.546, 1971.821 846.194 179.471, 2023.39 830.722 180.115, 2090.561 815.237 180.229, 2176.842 795.829 180.264, 2266.993 778.122 177.275, 2373.813 757.033 174.257, 2443.247 743.326 171.54, 2525.053 728.178 165.727, 2619.34 708.734 160.487, 2706.824 686.116 155.705, 2784.864 661.459 151.394, 2835.589 645.432 147.514, 2911.627 621.54 100.014</trace>
</ink>
</file>

<file path=ppt/ink/ink22.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1046.267 2529.953 136.826, 1089.251 2525.005 136.826, 1135.703 2519.962 136.826, 1192.317 2513.154 136.826, 1237.117 2507.179 136.826, 1291.587 2500.877 136.826, 1337.044 2497.482 136.826, 1383.138 2496.47 136.826, 1426.837 2496.108 136.826, 1475.106 2497.595 136.826, 1535.675 2501.166 136.826, 1583.865 2503.267 136.826, 1636.781 2504.763 136.826, 1711.745 2505.793 136.826, 1760.809 2504.656 136.826, 1860.165 2497.4 136.826, 1909.921 2491.722 136.826, 1962.385 2484.997 136.826, 2005.048 2479.832 136.826, 2053.388 2472.628 136.826, 2105.71 2463.325 136.826, 2166.69 2455.891 136.826, 2209.036 2452.06 136.826, 2251.468 2448.759 136.826, 2345.819 2441.724 136.826, 2390.316 2439.696 136.826, 2432.741 2437.634 136.826, 2476.856 2435.566 136.826, 2563.971 2428.043 136.826, 2616.999 2423.224 136.826, 2664.731 2420.062 136.834, 2711.031 2415.905 137.166, 2800.964 2406.658 137.865, 2843.27 2401.893 138.505, 2922.617 2399.384 140.575, 3006.968 2403.354 142.147, 3053.47 2404.327 142.794, 3110.15 2404.194 143.439, 3157.702 2403.215 144.126, 3247.787 2403.18 145.489, 3346.698 2406.964 146.654, 3412.512 2407.761 147.226, 3474.98 2406.196 147.504, 3521.377 2404.898 147.817, 3571.567 2404.098 148.153, 3628.492 2403.503 148.418, 3673.029 2403.876 148.769, 3731.759 2403.68 149.262, 3785.907 2404.226 149.602, 3840.819 2404.083 150.137, 3884.506 2402.662 150.554, 3933.149 2398.857 150.855, 3988.95 2394.657 151.097, 4035.194 2392.388 151.297, 4102.786 2391.435 151.355, 4164.969 2389.202 151.474, 4226.364 2386.453 151.791, 4270.925 2385.327 152.02, 4315.609 2386.092 152.222, 4364.566 2386.787 152.399, 4431.618 2385.899 152.83, 4492.461 2384.776 152.874, 4537.511 2384.05 153.029, 4586.283 2383.116 153.292, 4640.686 2382.1 153.495, 4684.959 2381.692 153.595, 4746.919 2380.293 153.795, 4803.915 2377.857 153.872, 4862.9 2374.347 154.181, 4911.287 2370.914 154.468, 4966.581 2368.359 154.732, 5028.494 2365.075 154.881, 5079.77 2362.348 155.019, 5152.399 2358.893 155.057, 5216.537 2357.836 155.031, 5280.811 2358.149 155.105, 5329.383 2358.423 155.18, 5382.495 2360.163 155.193, 5442.507 2361.175 155.499, 5489.353 2362.101 155.643, 5552.19 2363.958 155.703, 5612.857 2364.985 155.905, 5675.823 2366.012 156.168, 5725.087 2367.191 156.272, 5776.564 2368.782 156.351, 5832.286 2370.055 156.503, 5877.312 2371.337 156.571, 5939.491 2373.102 156.566, 5996.045 2374.941 156.611, 6055.32 2375.704 156.615, 6102.22 2376.39 156.764, 6154.918 2377.532 157.09, 6213.996 2380.723 157.381, 6261.106 2384.524 157.549, 6323.073 2388.951 157.69, 6375.983 2390.817 157.824, 6426.992 2392.714 157.877, 6492.715 2396.805 157.962, 6550.046 2399.586 158.32, 6603.672 2401.729 158.538, 6672.862 2402.531 158.824, 6733.707 2401.555 159.078, 6789.308 2400.947 159.217, 6848.136 2401.513 159.329, 6900.84 2401.005 159.399, 6953.096 2401.332 159.362, 7006.683 2402.815 159.382, 7060.522 2401.209 159.328, 7110.964 2402.164 159.417, 7165.699 2402.034 159.76, 7216.523 2398.943 159.862, 7262.526 2395.738 160.233, 7307.65 2392.927 160.343, 7352.071 2388.686 160.53, 7409.743 2381.625 160.607, 7463.451 2372.725 161.226, 7519.398 2363.625 161.888, 7565.61 2356.056 162.795, 7610.117 2348.661 163.52, 7661.422 2343.607 164.32, 7706.002 2341.477 164.668, 7762.91 2337.495 165.295, 7814.534 2332.587 165.901, 7858.776 2329.321 166.376, 7915.877 2328.219 166.72, 7961.235 2326.821 167.285, 8009.249 2325.916 167.825, 8067.618 2325.19 168.218, 8127.343 2323.131 168.74, 8185.608 2321.109 169.155, 8252.794 2317.638 169.637, 8314.913 2316.458 170.306, 8373.636 2316.045 170.492, 8422.011 2314.838 170.474, 8486.853 2314.979 170.853, 8553.136 2314.321 171.115, 8618.654 2309.823 171.515, 8687.907 2308.04 171.773, 8752.724 2309.146 171.827, 8799.321 2309.747 172.061, 8847.25 2309.162 172.411, 8899.111 2307.348 172.721, 8971.702 2304.448 173.14, 9044.618 2303.664 173.441, 9110.472 2304.759 173.858, 9160.183 2305.243 174.26, 9214.064 2306.074 174.686, 9275.068 2307.937 174.99, 9323.688 2310.058 175.272, 9374.847 2311.802 175.362, 9432.569 2312.781 175.384, 9502.665 2312.196 175.833, 9556.3 2312.191 176.178, 9614.034 2313.891 176.446, 9675.164 2316.95 176.69, 9725.55 2318.97 176.92, 9782.09 2321.685 177.027, 9840.82 2324.063 177.057, 9909.443 2323.304 177.126, 9959.021 2322.971 177.172, 10008.625 2325.156 177.138, 10062.779 2327.793 177.146, 10133.5 2330.093 177.624, 10197.386 2332.602 177.971, 10272.053 2337.973 178.458, 10335.815 2345.849 178.654, 10393.58 2352.45 178.666, 10446.201 2354.967 178.727, 10506.531 2355.17 178.835, 10563.434 2355.761 178.901, 10611.869 2355.278 178.932, 10671.438 2355.139 178.926, 10739.684 2355.881 178.945, 10795.159 2355.478 179.285, 10849.868 2355.175 179.977, 10902.004 2355.732 180.289, 10954.807 2357.201 180.505, 11006.563 2357.234 180.52, 11057.558 2358.01 180.534, 11121.276 2358.861 180.54, 11179.706 2360.605 180.575, 11233.074 2363.396 180.69, 11294.464 2365.212 181.015, 11358.719 2366.558 181.608, 11422.62 2369.433 181.967, 11481.295 2372.694 182.396, 11531.757 2374.298 182.453, 11596.459 2376.795 182.491, 11651.951 2377.171 182.411, 11706.323 2376.835 182.293, 11761.865 2377.874 182.283, 11814.096 2379.342 182.218, 11880.406 2381.13 182.238, 11942.403 2382.918 182.23, 11997.866 2383.94 182.247, 12056.65 2384.085 182.198, 12111.083 2385.147 182.157, 12177.534 2386.546 182.124, 12245.642 2387.059 181.73, 12312.226 2388.593 181.639, 12371.339 2389.542 181.375, 12432.976 2393.208 181.045, 12485.335 2399.001 180.911, 12545.265 2403.171 180.732, 12598.784 2403.942 180.705, 12656.073 2404.518 180.923, 12705.07 2404.608 181.552, 12754.159 2404.616 181.577, 12804.369 2407.582 181.893, 12857.874 2407.814 183.359, 12906.445 2399.432 185.505, 12956.961 2388.608 187.308, 13011.127 2388.505 182.835, 13021.868 2444.928 150.94, 12992.555 2488.566 123.86</trace>
</ink>
</file>

<file path=ppt/ink/ink23.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12171.05 9763.84 136.826, 12106.979 9765.17 197.75, 12069.047 9774.505 206.166, 12032.398 9790.098 214.454, 12000.301 9818.662 222.499, 11975.017 9848.748 225.818, 11950.231 9883.007 229.119, 11994.031 9885.683 233.987, 12033.292 9855.521 235.017, 12067.996 9827.347 235.175, 12104.376 9796.994 235.173, 12136.609 9769.825 235.172, 12101.047 9794 235.206, 12068.998 9820.841 235.162, 12030.82 9843.604 236.66, 11990.163 9867.453 235.718, 11957.444 9894.85 233.976, 11930.411 9928.241 192.673, 11899.464 9948.012 53.619</trace>
</ink>
</file>

<file path=ppt/ink/ink24.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13185.985 9711.257 136.826, 13133.512 9708.053 141.83, 13086.934 9736.986 152.317, 13037.129 9772.137 157.974, 13000.058 9816.391 161.165, 13029.229 9811.153 167.135, 13062.428 9795.218 164.898</trace>
</ink>
</file>

<file path=ppt/ink/ink25.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26.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13063.239 9795.39 136.826, 13093.191 9786.117 136.826, 13122.267 9776.761 136.826, 13171.48 9759.839 136.826, 13224.814 9744.625 136.826, 13253.514 9742.902 136.826, 13220.984 9752.553 156.564, 13192.227 9754.465 158.212, 13157.343 9758.384 159.664, 13117.527 9766.569 160.598, 13087.958 9772.465 161.21, 13055.512 9780.089 162.433, 13020.244 9789.52 163.831, 12991.623 9798.729 166.499, 13024.266 9797.351 182.079, 13058.894 9784.596 184.29, 13091.665 9770.716 185.051, 13124.631 9759.774 186.14, 13156.173 9759.811 91.789</trace>
</ink>
</file>

<file path=ppt/ink/ink27.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15179.384 9804.51 136.826, 15244.528 9806.963 181.674, 15285.53 9800.774 187.077, 15339.287 9797.074 195.357, 15391.592 9798.762 203.966, 15437.532 9801.445 210.802, 15491.939 9807.134 219.409, 15540.647 9813.047 227.997, 15582.817 9818.418 234.311, 15628.018 9823.568 241.337, 15677.649 9828.768 250.794, 15724.188 9834.126 262.675, 15678.511 9822.217 298.484, 15624.04 9815.78 299.714, 15551.908 9813.583 301.363, 15476.307 9811.876 304.381, 15416.342 9810.849 306.456, 15358.116 9808.741 307.739, 15286.044 9808.974 308.19, 15224.859 9807.231 308.216, 15167.991 9801.874 309.479, 15223.95 9751.58 320.895, 15280.297 9735.084 322.693, 15347.563 9720.047 324.923, 15406.215 9710.568 327.374, 15477.675 9701.123 329.433, 15541.268 9698.156 328.965, 15606.609 9698.338 326.912, 15667.633 9718.579 268.367, 15699.496 9742.4 177.237</trace>
</ink>
</file>

<file path=ppt/ink/ink29.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18002.979 4029.799 136.826, 18060.678 4002.819 151.398, 18122.221 3976.842 157.204, 18169.775 3959.305 160.525, 18241.605 3933.805 165.873, 18289.408 3917.945 169.136, 18354.443 3897.958 173.328, 18434.086 3880.06 176.828, 18506.111 3867.692 179.527, 18572.553 3857.782 182.238, 18622.723 3850.022 184.263, 18674.217 3841.47 185.976, 18726.439 3832.819 187.678, 18783.904 3823.426 189.971, 18838.279 3811.703 195.684, 18784.121 3822.688 218.454, 18710.107 3838.054 226.059, 18627.961 3857.107 232.753, 18543.396 3880.033 238.692, 18452.818 3908.02 244.21, 18365.738 3936.009 249.059, 18299.156 3957.521 252.675, 18228.814 3982.047 255.297, 18155.322 4004.825 257.978, 18057.85 4030.053 260.243, 17973.008 4049.535 261.789, 17905.496 4065.512 263.034, 17991.502 4048.312 280.152, 18082.887 4029.032 282.283, 18161.98 4013.406 283.963, 18271.211 3992.071 287.208, 18363.314 3973.614 289.359, 18470.445 3953.139 290.877, 18558.371 3934.656 291.889, 18657.662 3910.309 292.714, 18736.137 3887.391 295.201, 18641.555 3876.401 301.914, 18557.369 3885.32 302.441, 18470.596 3894.91 302.108, 18382.781 3902.58 302.149, 18278.736 3914.136 302.145, 18189.332 3922.597 302.303, 18107.812 3931.792 303.455, 18013.982 3940.003 304.664, 17932.898 3951.339 299.803, 17886.223 3942.714 262.702, 17839.547 3934.09 2.998</trace>
</ink>
</file>

<file path=ppt/ink/ink34.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11625.31 9013.843 136.826, 11692.353 8973.846 136.826, 11745.079 8946.464 136.826, 11818.985 8909.237 136.826, 11892.694 8873.859 138.075, 11936.354 8854.918 140.411, 11979.369 8840.169 143.469, 12024.454 8827.829 146.776, 12074.793 8821.979 148.334</trace>
</ink>
</file>

<file path=ppt/ink/ink35.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10714.07 9983.399 136.826, 10682.946 10029.939 186.76, 10653.652 10074.852 193.925, 10615.142 10141.518 203.649, 10570.185 10222.246 210.406, 10543.45 10271.766 219.577, 10516.091 10333.686 227.023, 10495.65 10413.023 235.881, 10482.064 10487.15 247.037, 10471.241 10568.643 256.568, 10457.42 10658.638 263.597, 10450.416 10740.461 268.48, 10440.716 10815.317 273.597, 10431.062 10889.341 278.73, 10425.313 10970.789 280.084, 10422.757 11047.382 281.114, 10419.173 11134.879 281.108, 10427.162 11213.102 282.513, 10445.539 11297.281 283.705, 10459.596 11384.938 284.197, 10470.82 11468.34 284.223, 10482.187 11555.16 284.343, 10486.983 11645.053 284.363, 10497.682 11719.314 282.896, 10512.135 11798.898 281.521, 10527.253 11878.521 284.716, 10528.708 11962.902 286.67, 10522.745 12045.35 287.255, 10519.123 12134.564 287.269, 10523.591 12222.297 286.064, 10530.075 12308.021 285.205, 10540.376 12383.943 284.341, 10532.009 12428.159 249.153, 10523.641 12472.373 2.843</trace>
</ink>
</file>

<file path=ppt/ink/ink36.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9550.109 13737.942 211.567, 9620.603 13716.577 279.306, 9725.681 13689.079 299.454, 9834.671 13664.941 316.044, 9928.378 13651.806 327.213, 10027.525 13646.58 338.168, 10118.254 13644.838 348.137, 10220.062 13639.346 353.898, 10313.765 13632.461 354.756, 10194.291 13648.186 362.213, 10063.356 13672.649 366.56, 9963.965 13692.444 365.744, 9857.658 13716.51 367.651, 9752.637 13741.855 369.791, 9647.912 13773.055 374.679, 9549.982 13806.348 377.954, 9458.912 13852.808 400.445, 9565.431 13831.99 417.504, 9679.761 13789.889 427.05, 9816.599 13726.378 432.95, 9919.572 13675.338 435.391, 10039.272 13624.033 435.555, 10153.934 13578.244 444.483, 10270.818 13538.395 458.723, 10314.395 13538.093 446.461, 10357.969 13537.79 360.63, 10401.547 13537.488 127.658</trace>
</ink>
</file>

<file path=ppt/ink/ink38.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11448.1 10022.184 136.826, 11522.026 9976.008 168.754, 11567.11 9949.904 172.897, 11615.881 9923.22 177.337, 11658.317 9900.38 179.309, 11716.53 9869.828 182.219, 11771.654 9845.707 184.911, 11821.136 9840.857 188.265, 11780.748 9889.415 193.37, 11717.216 9926 194.069, 11654.318 9958.345 194.846, 11593.867 9990.374 195.618, 11534.738 10028.394 196.231, 11484.561 10059.589 197.941, 11437.464 10088.188 200.656, 11486.892 10060.907 207.218, 11554.949 10018.836 210.202, 11623.178 9979.177 213.49, 11676.948 9951.274 215.533, 11747.685 9920.237 217.875, 11811.356 9895.625 219.252, 11878.949 9876.099 214.258, 11926.402 9878.018 141.503</trace>
</ink>
</file>

<file path=ppt/ink/ink39.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13813.768 10440.397 136.826, 13863.586 10433.608 153.167, 13914.614 10427.714 157.351, 13969.233 10422.269 160.883, 14015.24 10417.386 164.807, 14077.994 10413.776 167.588, 14135.389 10413.274 170.062, 14200.552 10414.104 172.204, 14255.001 10413.993 173.635, 14318.169 10412.268 174.604, 14388.897 10411.192 175.212, 14448.062 10410.481 175.526, 14536.492 10410.41 175.789, 14589.054 10411.358 176.025, 14666.403 10412.032 176.445, 14716.188 10412.803 176.661, 14788.699 10414.009 176.956, 14861.22 10415.377 177.132, 14940.29 10414.352 177.716, 15002.605 10413.286 178.147, 15086.108 10411.851 178.516, 15161.52 10408.29 178.75, 15237.922 10403.821 179.38, 15295.78 10401.228 179.784, 15353.444 10398.302 180.182, 15413.131 10394.251 180.423, 15479.521 10391.353 181.088, 15550.419 10386.607 181.879, 15605.143 10380.342 183.452, 15656.422 10371.365 187.113, 15707.059 10364.697 195.381, 15647.562 10361.16 223.347, 15576.222 10366.097 223.888, 15511.198 10371.354 225.001, 15440.67 10374.407 225.485, 15372.925 10377.877 225.728, 15297.723 10379.585 225.657, 15224.853 10381.188 226.005, 15146.636 10378.58 226.726, 15076.204 10375.244 227.207, 15008.449 10373.462 227.714, 14935.494 10372.941 228.001, 14836.891 10371.632 228.122, 14776.243 10370.392 228.502, 14710.254 10369.632 229.04, 14640.603 10369.812 230.13, 14559.147 10369.39 231.102, 14463.823 10368.326 232.855, 14373.854 10369.251 234.239, 14284.446 10372.669 234.96, 14198.812 10374.36 236.091, 14120.193 10376.396 238.34, 14053.115 10380.773 241.411, 13975.198 10382.069 246.51, 13896.356 10384.453 253.578, 13825.616 10390.16 264.112, 13915.661 10400.397 310.648, 14018.899 10393.938 312.93, 14104.984 10389.258 315.183, 14191.179 10384.085 316.665, 14285.973 10380.724 317.665, 14383.758 10377.687 318.491, 14470.779 10375.193 319.113, 14576.759 10373.54 319.941, 14677.615 10368.851 320.381, 14781.09 10361.816 320.463, 14882.262 10357.08 320.399, 14991.286 10353.783 320.459, 15080.674 10350.653 320.592, 15182.222 10348.87 320.534, 15283.68 10356.804 307.246, 15328.486 10375.73 269.225, 15373.297 10394.657 3.072</trace>
</ink>
</file>

<file path=ppt/ink/ink40.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13761.337 10330.339 136.826, 13805.202 10321.216 157.926, 13865.936 10315.396 168.237, 13922.46 10313.007 171.618, 13973.66 10311.676 173.623, 14046.936 10307.559 175.79, 14118.257 10306.712 177.945, 14180.021 10308.963 179.98, 14254.403 10312.757 181.836, 14309.023 10316.576 183.473, 14362.074 10322.275 184.775, 14415.007 10329.599 185.693, 14478.068 10339.778 186.745, 14553.253 10350.65 187.739, 14617.863 10360.695 187.762, 14675.777 10370.396 187.882, 14737.517 10377.107 188.041, 14789.424 10382.537 188.185, 14842.109 10388.277 188.539, 14900.609 10393.037 189.601, 14956.44 10395.237 190.423, 15011.364 10391.57 191.397, 15070.881 10381.162 192.098, 15121.585 10368.786 193.864, 15171.32 10351.191 197.662, 15137.322 10308.386 225.686, 15075.537 10306.756 231.03, 15005.698 10313.905 234.563, 14942.963 10320.409 236.116, 14849.165 10327.823 239.034, 14783.551 10331.294 241.386, 14702.625 10336.285 243.296, 14632.853 10340.547 245.638, 14550.603 10344.489 248.515, 14448.876 10350.448 251.956, 14320.692 10358.097 255.413, 14231.355 10362.987 258.933, 14143.096 10367.352 262.281, 14050.829 10373.958 264.674, 13958.422 10379.017 266.866, 13866.178 10381.78 271.255, 13784.088 10379.69 278.997, 13710.378 10378.143 290.571, 13802.383 10362.977 318.067, 13916.439 10353.079 323.311, 14005.166 10345.614 325.659, 14095.224 10341.782 328.258, 14191.03 10340.831 330.935, 14286.842 10341.729 332.573, 14391.585 10350.314 333.651, 14482.474 10357.284 334.901, 14597.601 10375.982 336.124, 14685.845 10389.234 336.637, 14800.245 10400.904 335.83, 14893.064 10405.034 335.661, 15002.744 10400.023 334.682, 15108.078 10393.568 333.722, 15213.186 10389.001 330.547, 15324.163 10382.477 317.122, 15412.81 10376.32 219.112, 15459.838 10388.444 144.708</trace>
</ink>
</file>

<file path=ppt/ink/ink41.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13733.021 9582.996 136.826, 13658.75 9662.333 191.91, 13614.941 9711.786 200.448, 13573.74 9759.552 205.439, 13529.017 9815.714 209.71, 13497.209 9870.089 213.408, 13467.903 9929.861 216.549, 13437.501 10000.039 219.996, 13416.198 10064.778 222.487, 13406.593 10130.299 224.149, 13408.831 10191.252 224.929, 13412.629 10264.419 225.414, 13418.145 10332.478 225.534, 13423.293 10397.872 225.546, 13428.345 10462.627 226.056, 13430.693 10528.273 226.191, 13425.278 10589.574 225.442, 13410.864 10664.126 223.289, 13385.036 10735.278 219.317, 13355.026 10805.028 214.341, 13330.514 10870.688 210.268, 13308.559 10934.66 207.831, 13290.519 10988.513 206.966, 13270.656 11051.526 206.976, 13256.248 11106.889 207.015, 13246.647 11163.276 207.02, 13260.88 11223.68 206.619, 13292.213 11268.432 205.842, 13340.229 11310.06 204.697, 13397.217 11341.376 204.131, 13459.739 11363.606 204.185, 13530.993 11384.204 204.525, 13607.3 11405.293 204.776, 13670.054 11428.582 204.78, 13736.276 11462.991 204.747, 13778.872 11496.953 204.655, 13805.987 11544.622 204.703, 13805.745 11609.763 204.961, 13782.854 11666.361 205.873, 13746.459 11723.972 207.253, 13697.486 11791.022 208.434, 13645.201 11850.866 209.293, 13601.055 11893.451 210.255, 13558.02 11942.969 211.072, 13537.923 11999.556 210.464, 13580.775 12037.87 211.525, 13651.73 12058.661 213.699, 13721.987 12079.724 215.765, 13792.525 12096.848 217.24, 13863.812 12112.097 218.158, 13937.573 12130.03 219.178, 14021.612 12156.878 219.521, 14076.294 12177.143 219.314, 14131.407 12204.102 214.305, 14208.522 12246.494 189.18, 14255.239 12272.857 170.744, 14307.425 12300.394 136.557, 14349.969 12326.735 61.51</trace>
</ink>
</file>

<file path=ppt/ink/ink42.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12862.673 13720.122 136.826, 12982.098 13684.568 309.676, 13075.479 13674.021 325.99, 13175.928 13664.578 337.145, 13278.01 13657.124 347.795, 13386.858 13648.638 354.579, 13502.402 13639.809 359.031, 13597.341 13633.78 359.635, 13717.354 13625.839 360.5, 13819.101 13619.502 361.313, 13930.657 13615.366 362.668, 14041.028 13612.78 366.191, 14139.811 13602.49 371.164, 14036.177 13600.246 406.204, 13927.802 13616.624 409.752, 13800.483 13638.785 410.128, 13685.393 13656.394 410.615, 13562.997 13677.628 410.832, 13398.348 13712.263 411.402, 13255.901 13742.068 411.181, 13125.335 13770.297 411.273, 13002.986 13795.71 411.397, 12893.896 13819.083 411.571, 12779.437 13844.82 411.668, 12672.902 13868.844 414.966, 12801.211 13823.624 437.904, 12949.449 13787.032 449.87, 13079.768 13753.68 458.488, 13212.467 13725.816 464.909, 13347.691 13703.776 469.418, 13514.491 13679.007 471.459, 13639.593 13665.174 472.35, 13773.674 13654.49 469.456, 13898.059 13651.744 430.106, 14012.377 13655.801 305.468, 14057.686 13672.706 267.667, 14102.998 13689.612 3.055</trace>
</ink>
</file>

<file path=ppt/ink/ink43.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7021.195 10182.867 136.826, 7068.624 10130.192 154.428, 7104.956 10092.988 165.376, 7144.764 10057.08 172.325, 7212.784 10011.999 180.764, 7256.974 9990.202 182.922, 7318.154 9964.623 183.286, 7363.237 9947.012 177.314, 7408.087 9929.592 166.225, 7446.422 9912.293 155.813, 7478.542 9896.543 70.197</trace>
</ink>
</file>

<file path=ppt/ink/ink44.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16906.305 10358.513 136.826, 16962.041 10327.384 160.808, 17005.012 10312.93 165.558, 17040.961 10303.456 168.572, 17080.436 10293.994 171.491, 17117.062 10288.775 173.772, 17163.484 10285.695 177.267, 17214.383 10286.661 181.162, 17258.082 10290.195 185.238, 17302.361 10294.438 189.111, 17350.064 10299.743 192.417, 17391.449 10304.664 194.278, 17446.35 10310.43 196.736, 17495.732 10313.751 198.742, 17540.223 10315.732 199.982, 17582.01 10315.949 201.043, 17626.551 10314.608 201.825, 17683.223 10314.907 202.978, 17732.656 10318.143 204.522, 17787.062 10321.44 205.012, 17836.33 10321.299 206.334, 17886.574 10321.853 207.405, 17933.605 10318.433 208.277, 17979.715 10318.348 209.189, 18030.936 10323.183 210.416, 18079.848 10327.39 211.136, 18122.557 10329.81 211.479, 18178.115 10333.028 212.089, 18229.121 10335.196 212.342, 18274.922 10336.033 212.748, 18329.627 10338.941 213.29, 18381.301 10343.247 213.519, 18435.254 10349.221 213.758, 18486.008 10356.37 214.876, 18533.65 10361.753 215.836, 18578.318 10361.159 216.079, 18607.4 10328.374 221.32, 18560.098 10313.711 225.461, 18509.301 10309.521 226.75, 18450.654 10305.704 227.673, 18391.76 10304.501 228.027, 18325.264 10305.947 228.45, 18270.646 10306.565 229.222, 18223.01 10308.505 229.846, 18158.289 10310.012 230.345, 18107.592 10311.953 230.986, 18058.328 10314.049 231.182, 18006.188 10314.958 231.572, 17958.516 10312.87 232.036, 17900.621 10311.896 232.17, 17848.76 10310.828 232.683, 17797.492 10308.759 232.68, 17742.654 10309.822 232.734, 17685.781 10310.646 233.833, 17626.805 10310.739 234.622, 17577.43 10310.132 234.963, 17523.779 10310.265 233.894, 17471.861 10314.237 233.962, 17419.164 10316.936 234.491, 17370.207 10320.08 234.894, 17318.041 10326.224 234.943, 17264.457 10332.033 235.075, 17212.814 10339.194 235.081, 17164.541 10346.72 235.231, 17109.973 10354.246 235.234, 17061.547 10357.594 234.122, 17105.092 10335.684 235.2, 17164.395 10329.496 235.174, 17222.537 10330.178 235.196, 17300.58 10330.736 235.172, 17351.68 10329.414 235.198, 17411.883 10327.196 235.207, 17476.309 10325.804 235.161, 17555.637 10325.835 235.196, 17616.746 10325.104 235.171, 17683.65 10325.382 235.162, 17755.145 10328.64 235.196, 17833.268 10330.191 235.175, 17891.332 10330.271 235.2, 17952.99 10329.944 235.208, 18017.438 10328.66 235.174, 18067.816 10326.769 235.199, 18138.977 10323.146 235.174, 18205.307 10322.194 235.164, 18266.867 10322.834 235.075, 18341.684 10321.972 235.054, 18406.254 10322.448 235.098, 18466.695 10324.082 235.082, 18520.539 10326.668 235.18, 18480.787 10353.215 231.28, 18430.621 10364.633 187.851, 18394.383 10361.08 92.633</trace>
</ink>
</file>

<file path=ppt/ink/ink45.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6871.151 10166.826 136.826, 6822.486 10230.312 137.722, 6798.4 10269.065 139.88, 6779.685 10302.043 142.909, 6761.193 10338.892 146.725, 6742.777 10382.646 151.247, 6721.092 10435.946 156.535, 6697.651 10495.977 161.607, 6680.262 10540.734 165.831, 6660.89 10588.981 169.34, 6640.681 10644.426 172.6, 6617.402 10709.161 175.662, 6601.099 10757.783 177.989, 6585.804 10808.167 180.001, 6571.777 10861.295 181.867, 6562 10921.562 183.183, 6557.502 10963.251 183.888, 6557.2 11003.573 184.415, 6559.265 11046.026 185.17, 6567.587 11096.854 185.808, 6585.275 11138.079 186.624, 6612.793 11183.271 188.014, 6644.01 11220.656 189.046, 6678.381 11254.081 189.712, 6748.462 11325.241 190.829, 6783.185 11361.929 191.606, 6810.696 11395.695 192.112, 6831.683 11432.213 192.376, 6845.375 11469.695 192.502, 6853.237 11514.093 192.758, 6846.655 11571.768 193.71, 6835.654 11610.802 194.59, 6818.601 11655.563 195.204, 6803.08 11694.072 195.777, 6777.39 11747.285 196.095, 6751.913 11795.622 196.342, 6728.345 11842.107 196.357, 6699.02 11896.513 196.855, 6670.451 11945.349 196.993, 6647.52 11986.379 196.899, 6625.604 12032.541 197.283, 6610.647 12071.759 197.488, 6596.652 12116.944 197.97, 6588.534 12162.43 197.517, 6593.52 12202.479 197.073, 6614.097 12243.561 196.061, 6635.834 12277.793 194.976, 6695.251 12342.203 193.845, 6762.269 12399.598 192.58, 6825.13 12468.822 191.592, 6874.318 12530.337 171.817, 6909.253 12561.061 159.518, 6942.804 12581.384 149.564, 7001.455 12601.401 105.912, 7034.583 12612.578 34.615</trace>
</ink>
</file>

<file path=ppt/ink/ink46.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17275.391 10704.98 136.826, 17234.072 10725.009 139.61, 17187.096 10750.789 141.219, 17150.912 10772.381 142.689, 17089.268 10813.059 143.01, 17016.713 10865.239 140.586, 16984.486 10889.425 139.822, 16937.293 10925.086 90.112</trace>
</ink>
</file>

<file path=ppt/ink/ink47.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17154.238 11326.548 136.826, 17079.631 11365.226 149.573, 17039.539 11387.379 152.206, 16978.564 11421.521 152.219, 16943.549 11442.343 150.68, 16893.193 11472.507 147.064, 16857.555 11492.73 145.218, 16805.721 11522.463 90.112</trace>
</ink>
</file>

<file path=ppt/ink/ink48.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17279.402 11799.741 149.788, 17224.148 11811.5 166.035, 17175.27 11824.897 168.36, 17118.5 11845.082 170.313, 17073.121 11863.842 169.369, 17014.531 11894.959 163.749, 16945.838 11940.638 151.388, 16909.119 11971.61 125.627, 16876.025 11996.15 55.186</trace>
</ink>
</file>

<file path=ppt/ink/ink49.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17356.434 12334.692 156.488, 17287.572 12380.676 164.889, 17251.891 12403.672 167.492, 17193.785 12438.174 169.677, 17122.146 12484.114 165.964, 17077.586 12513.918 157.231, 17021.375 12548.239 149.957, 16964.875 12580.915 70.197</trace>
</ink>
</file>

<file path=ppt/ink/ink50.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16848.531 9923.814 136.826, 16805.436 9939.465 136.826, 16758.092 9955.552 136.826, 16718.299 9968.913 136.826, 16673.93 9984.711 137.785, 16630.289 10001.525 138.788, 16574.658 10024.964 141.795, 16511.66 10061.736 148.739, 16479.379 10087.851 154.244, 16455.672 10121.688 160.994, 16438.746 10167.603 167.784, 16430.707 10201.998 173.005, 16429.662 10239.683 177.352, 16434.076 10285.163 180.808, 16447.947 10341.542 183.245, 16472.338 10409.277 185.136, 16491.57 10459.347 186.493, 16515.963 10515.467 187.345, 16543.941 10577.435 187.94, 16566.676 10626.939 188.227, 16601.219 10698.443 188.329, 16619.438 10739.119 188.356, 16644.453 10796.198 188.594, 16666.553 10850.168 189.014, 16687.641 10907.94 188.923, 16705.586 10970.294 189.29, 16714.412 11012.168 189.568, 16714.693 11060.517 189.782, 16705.008 11102.135 189.851, 16684.9 11142.898 190.025, 16662.93 11175.196 190.115, 16617.697 11223.281 190.509, 16548.621 11287.923 191.561, 16497.344 11333.732 192.74, 16453.162 11374.874 193.949, 16414.176 11413.008 194.944, 16377.122 11452.49 195.701, 16343.146 11495.247 196.782, 16319.688 11540.527 197.479, 16309.761 11581.116 197.972, 16310.838 11632.814 197.591, 16321.741 11678.529 196.157, 16338.591 11720.553 194.254, 16366.58 11765.655 192.611, 16401.119 11806.948 191.46, 16434.623 11842.622 191.242, 16463.113 11875.371 191.017, 16492.834 11912.637 191.478, 16516.502 11948.461 191.872, 16537.904 11991.889 193.479, 16550.053 12029.242 195.753, 16563.693 12073.695 201.19, 16601.514 12103.606 203.938, 16655.17 12114.031 202.8, 16706.43 12118.696 194.612, 16749.838 12119.831 187.113, 16799.662 12119.953 178.962, 16866.488 12118.894 171.117, 16909.854 12118.135 164.038, 16943.438 12117.589 129.063, 16978.238 12118.354 99.918</trace>
</ink>
</file>

<file path=ppt/ink/ink51.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15860.028 13540.937 228.168, 15912.98 13532.701 324.094, 16001.614 13518.861 345.307, 16097.207 13503.699 368.853, 16174.699 13492.209 386.57, 16276.29 13481.689 397.423, 16376.353 13473.466 413.083, 16475.119 13466.096 432.791, 16564.109 13464.638 455.81, 16473.617 13491.582 489.418, 16368.19 13496.73 493.99, 16255.171 13504.203 497.25, 16144.844 13513.67 499.431, 16043.901 13530.113 502.828, 16157.96 13523.585 553.72, 16271.943 13500.423 557.945, 16403.459 13475.534 551.965, 16515.625 13457.881 512.514, 16633.549 13436.927 337.164, 16710.246 13413.452 204.326, 16744.891 13414.306 134.943</trace>
</ink>
</file>

<file path=ppt/ink/ink52.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20085.668 9910.778 136.826, 20054.061 9988.144 156.19, 20031.455 10031.729 162.247, 20007.189 10072.667 168.639, 19963.893 10137.299 177.331, 19937.283 10175.479 180.797, 19905.953 10224.059 183.354, 19884.566 10260.813 185.153, 19865.375 10301.129 186.616, 19848.699 10347.298 188.009, 19837.572 10385.427 189.08, 19831.008 10440.261 190.525, 19833.697 10489.752 191.891, 19847.996 10541.241 192.919, 19862.596 10580.428 193.58, 19885.16 10627.315 194.009, 19906.24 10663.98 194.218, 19934.816 10704.259 194.119, 19962.883 10742.69 194.291, 19981.047 10780.356 194.314, 19987.605 10823.903 195.045, 19973.211 10866.69 195.601, 19950.016 10900.733 196.372, 19915.273 10941.042 197.219, 19858.855 11006.099 198.88, 19822.264 11042.76 200.581, 19749.766 11113.273 203.333, 19715.301 11150.694 204.754, 19684.672 11188.752 206.338, 19650.527 11240.229 207.234, 19624.32 11292.933 208.07, 19609.678 11338.67 208.575, 19601.902 11390.814 208.833, 19610.023 11434.66 209.298, 19637.188 11476.28 209.871, 19670.373 11510.033 210.412, 19720.607 11540.617 210.882, 19771.951 11563.492 211.1, 19814.744 11582.698 211.135, 19859.199 11606.69 211.272, 19897.557 11635.021 211.371, 19925.145 11672.539 211.497, 19939.393 11722.323 211.459, 19938.229 11771.409 211.44, 19923.875 11832.115 211.478, 19909.021 11883.608 211.516, 19891.25 11933.233 211.781, 19874.121 11985.418 211.861, 19871.123 12028.704 212.001, 19873.094 12078.17 212.583, 19881.887 12126.431 212.351, 19900.842 12170.069 212.771, 19929.25 12215.094 214.035, 19962.316 12247.331 214.788, 20001.775 12275.198 215.531, 20053.779 12304.536 216.553, 20099.309 12327.651 217.561, 20171.812 12360.514 218.581, 20218.215 12379.364 219.046, 20287.559 12405.346 219.819, 20340.145 12419.721 220.099, 20417.41 12440.308 220.089, 20466.299 12453.642 219.918, 20519.818 12469.061 207.147, 20573.732 12484.668 195.642, 20650.828 12505.989 175.937, 20702.783 12516.159 167.531, 20736.287 12522.689 140.54, 20792.555 12533.393 70.197</trace>
</ink>
</file>

<file path=ppt/ink/ink53.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19414.096 13655.417 136.826, 19495.01 13646.568 195.651, 19558.932 13640.581 210.026, 19622.451 13635.062 217.023, 19676.262 13630.976 222.165, 19738.91 13627.312 226.599, 19814.924 13620.155 231.128, 19881.248 13612.178 234.883, 19930.156 13606.641 236.539, 19985.66 13600.508 239.672, 20047.645 13594.241 242.709, 20135.41 13584.704 248.613, 20193.467 13579.155 251.82, 20278.119 13571.003 258.368, 20337.799 13565.188 262.076, 20428.637 13555.64 269.115, 20486.521 13549.051 272.23, 20545.717 13541.953 275.766, 20610.953 13534.497 279.07, 20701.701 13523.741 284.631, 20794.42 13512.699 289.447, 20882.746 13502.454 292.767, 20951.221 13494.682 295.417, 21038.262 13485.138 298.354, 21114.545 13477.997 300.9, 21185.061 13472.619 303.505, 21265.59 13468.007 307.339, 21329.748 13465.188 309.637, 21406.918 13461.998 313.812, 21473.547 13457.438 320.794, 21395.184 13471.505 371.062, 21311.32 13483.187 375.6, 21208.705 13494.895 376.382, 21113.021 13503.669 377.966, 21021.641 13509.542 379.013, 20941.576 13513.485 379.607, 20856.803 13517.807 380.031, 20766.135 13523.074 380.082, 20648.732 13529.483 380.046, 20528.098 13537.012 380.099, 20416.6 13545.064 380.235, 20338.5 13551.707 380.334, 20261.324 13560.009 380.591, 20163.652 13572.946 380.609, 20059.324 13587.283 382.083, 19973.656 13596.042 383.736, 19895.961 13605.52 385.513, 19817.947 13623.44 397.19, 19900.473 13645.456 402.958, 19987.689 13634.898 404.657, 20073.768 13617.795 405.573, 20159.949 13600.523 404.014, 20246.889 13584.066 404.245, 20360.002 13564.149 402.4, 20441.201 13552.936 402.152, 20524.434 13541.608 400.174, 20636.299 13529.304 395.264, 20748.262 13519.034 383.888, 20848.34 13511.141 360.158, 20964.393 13501.518 302.347, 21028.549 13495.075 259.442, 21107.273 13488.282 198.795, 21159.236 13483.789 91.819</trace>
</ink>
</file>

<file path=ppt/ink/ink54.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5873.757 13550.101 136.826, 5928.829 13538.219 136.826, 5980.615 13525.868 136.826, 6034.67 13527.683 142.227, 6086.659 13539.167 145.874, 6115.866 13539.266 146.498, 6144.108 13537.299 147.147, 6201.323 13532.489 150.381, 6233.293 13531.814 153.335, 6261.549 13530.159 157.112, 6289.899 13527.21 160.998, 6320.771 13522.815 165.137, 6352.027 13520.121 168.135, 6381.623 13519.598 170.39, 6415.403 13522.003 172.519, 6445.71 13524.979 174.247, 6478.762 13530.317 175.246, 6510.37 13535.699 176.394, 6542.805 13541.165 177.08, 6575.249 13546.494 177.622, 6615 13549.891 177.915, 6651.812 13549.283 178.515, 6689.838 13548.762 178.926, 6726.614 13549.288 178.979, 6762.333 13549.212 179.175, 6795.395 13547.683 179.849, 6831.731 13546.785 180.449, 6866.773 13546.88 180.742, 6898.823 13548.584 181.582, 6932.857 13551.532 182.485, 6967.923 13554.927 182.774, 7007.633 13555.203 183.215, 7043.555 13556.314 183.835, 7076.256 13561.923 184.352, 7108.113 13571.096 185.662, 7140.021 13577.954 186.174, 7178.338 13584.771 186.28, 7212.619 13588.018 186.424, 7246.868 13586.879 187.418, 7284.145 13584.788 188.009, 7317.638 13581.272 189.007, 7354.059 13576.19 189.619, 7397.017 13569.109 190.216, 7432.98 13563.762 190.947, 7476.148 13558.439 191.985, 7516.367 13552.922 193.414, 7550.062 13548.253 194.055, 7587.83 13542.28 195.119, 7622.022 13538.088 196.116, 7658.046 13535.731 197.377, 7698.746 13532.241 198.193, 7737.425 13526.819 199.902, 7781.403 13521.027 202.283, 7817.929 13515.718 204.027, 7855.256 13509.511 205.857, 7893.356 13503.141 206.842, 7932.616 13498.153 202.728, 7968.288 13487.943 157.927, 7998.056 13489.22 43.949</trace>
</ink>
</file>

<file path=ppt/ink/ink55.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7127.446 12908.259 136.826, 7087.217 12958.396 175.729, 7070.49 12987.217 185.631, 7049.368 13027.779 194.938, 7035.945 13060.525 202.858, 7023.532 13107.547 211.439, 7014.037 13150.772 219.306, 7006.836 13195.434 226.614, 7003.128 13253.783 234.862, 7008.822 13301.807 239.349, 7023.683 13355.565 243.92, 7047.381 13405.483 246.685, 7076.034 13449.991 247.852, 7110.515 13484.709 238.847, 7168.39 13520.96 215.842, 7206.843 13539.777 126.121</trace>
</ink>
</file>

<file path=ppt/ink/ink56.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8068.057 12949.893 144.148, 8072.231 12981.964 170.088, 8076.985 13021.378 182.55, 8084.855 13070.316 196.242, 8091.506 13110.797 207.563, 8095.825 13150.579 217.836, 8096.793 13191.271 225.959, 8093.432 13248.136 233.471, 8085.868 13299.216 237.433, 8070.075 13364.216 241.415, 8042.756 13428.678 240.417, 8010.874 13486.369 210.599, 7986.106 13527.821 185.828, 7955.376 13565.31 146.195, 7928.487 13593.472 61.51</trace>
</ink>
</file>

<file path=ppt/ink/ink57.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8452.627 12715.354 136.826, 8405.678 12764.056 160.825, 8376.258 12789.63 172.864, 8316.646 12822.88 202.501, 8297.947 12789.664 230.078, 8312.214 12744.093 250.504, 8349.639 12713.415 259.096, 8403.167 12691.52 265.173, 8453.927 12682.818 268.128, 8501.186 12685.224 269.297, 8548.985 12704.215 271.425, 8569.924 12751.931 271.975, 8540.472 12810.108 274.073, 8508.847 12846.199 274.903, 8458.614 12885.373 275.555, 8404.752 12912.821 275.617, 8357.125 12931.259 275.614, 8307.822 12927.176 292.193, 8361.43 12924.333 365.088, 8422.885 12972.572 368.487, 8463.197 13037.585 315.226, 8484.214 13088.627 263.147, 8500.779 13132.646 116.091</trace>
</ink>
</file>

<file path=ppt/ink/ink58.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17005.648 13540.534 136.826, 17046.209 13549.21 256.956, 17102.822 13557.957 277.222, 17160.209 13561.261 284.53, 17233.109 13563.281 298.894, 17316.338 13563.264 303.616, 17421.836 13558.898 308.219, 17540.223 13549.521 311.526, 17631.127 13543.092 314.436, 17700.035 13539.77 315.945, 17802.004 13535.059 319.033, 17869.689 13531.374 320.861, 17938.605 13527.54 323.099, 18006.812 13523.93 325.206, 18103.348 13519.268 329.306, 18199.025 13516.287 333.458, 18285.525 13512.865 336.598, 18387.652 13510.724 340.067, 18462.102 13510.167 342.537, 18539.309 13510.721 345.614, 18627.303 13518.428 350.958, 18698.621 13529.441 197.605, 18733.254 13547.247 97.443</trace>
</ink>
</file>

<file path=ppt/ink/ink59.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5123.292 3229.674 136.826, 5163.663 3196.253 143.48, 5229.617 3151.464 149.701, 5298.181 3113.659 154.583, 5364.884 3089.133 155.757, 5408.871 3076.693 155.283, 5478.325 3058.262 152.403, 5536.055 3042.208 149.864, 5573.424 3031.879 128.004, 5637.8 3014.2 70.197</trace>
</ink>
</file>

<file path=ppt/ink/ink60.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20861.529 2978.008 136.826, 20897.545 2951.427 173.619, 20958.861 2929.854 182.292, 21006.311 2921.421 185.163, 21046.441 2922.142 186.392, 21091.02 2925.331 187.031, 21146.232 2932.213 187.524, 21230.271 2943.917 187.289, 21288.5 2954.26 186.77, 21373.146 2969.958 178.456, 21428.479 2981.429 171.54, 21464.229 2988.89 165.307, 21510.475 2996.385 159.688, 21569.561 3002.416 154.649, 21607.615 3006.272 130.685, 21672.438 3012.515 70.197</trace>
</ink>
</file>

<file path=ppt/ink/ink61.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5452.545 4696.772 136.826, 5380.4 4741.764 136.826, 5316.152 4783.189 136.826, 5277.639 4809.13 136.826, 5208.537 4856.82 136.826, 5171.47 4878.603 136.826, 5137.325 4896.603 136.826, 5102.513 4916.58 136.826, 5047.318 4954.612 136.826, 5099.354 4986.278 112.56</trace>
</ink>
</file>

<file path=ppt/ink/ink62.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19318.861 3262.504 136.826, 19366.164 3261.286 148.99, 19401.586 3261.412 150.792, 19456.908 3260.952 153.626, 19495.525 3260.002 155.622, 19536.162 3257.892 157.417, 19575.125 3255.922 159.09, 19627.18 3252.918 162.058, 19674.332 3251.078 164.824, 19723.438 3250.59 167.751, 19761.502 3249.703 170.444, 19814.379 3249.584 173.48, 19861.207 3250.237 176.348, 19906.58 3252.402 179.977, 19965.408 3256.755 184.956, 20020.646 3261.402 188.844, 20066.594 3266.477 191.338, 20117.354 3273.027 194.017, 20163.072 3277.244 196.219, 20205.582 3278.189 197.947, 20252.6 3279.409 200.256, 20303.709 3279.745 203.375, 20352.059 3282.129 208.061, 20298.039 3277.082 226.51, 20233.119 3278.608 228.25, 20171.1 3279.954 229.443, 20105.195 3282.346 229.397, 20035.525 3284.572 229.537, 19969.965 3286.088 229.092, 19919.473 3288.002 228.745, 19864.133 3290.859 228.523, 19802.354 3291.256 228.302, 19733.338 3288.056 228.105, 19684.877 3285.317 228.136, 19614.74 3279.945 228.079, 19550.484 3273.237 228.212, 19478.504 3268.17 228.737, 19419.746 3263.833 228.821, 19365.697 3257.882 229.858, 19420.771 3244.13 231.645, 19481.898 3240.34 232.282, 19537.271 3238.734 233.168, 19615.107 3236.208 234.762, 19675.154 3234.5 235.91, 19740.846 3232.615 236.785, 19810.998 3231.726 238.201, 19867.42 3230.673 239.478, 19941.096 3230.655 240.623, 20004.029 3232.032 241.625, 20067.582 3233.421 243.008, 20146.641 3234.301 244.245, 20216.5 3233.929 244.944, 20283.328 3234.76 245.222, 20336.574 3237.576 244.209, 20396.625 3246.674 234.726, 20433.834 3265.669 155.02</trace>
</ink>
</file>

<file path=ppt/ink/ink63.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16710.98 4810.403 141.03, 16813.002 4810.301 154.371, 16881.396 4808.973 156.686, 16928.699 4807.386 157.806, 16975.58 4805.159 159.638, 17021.289 4803.113 161.579, 17087.969 4800.024 164.941, 17131.719 4798.582 166.77, 17193.725 4796.738 170.251, 17236.023 4795.852 172.161, 17298.52 4794.337 175.854, 17340.078 4792.539 177.576, 17382.719 4789.291 179.853, 17428.658 4786.281 182.003, 17492.205 4781.286 185.562, 17531.586 4779.006 187.285, 17585.145 4776.271 190.558, 17639.766 4774.44 193.881, 17700.053 4771.844 197.74, 17765.074 4768.129 201.83, 17808.428 4764.721 205.611, 17859.748 4758.335 211.306, 17912.686 4750.99 220.319, 17878.551 4712.315 272.662, 17797.613 4708.33 276.328, 17725.67 4709.142 278.948, 17656.307 4711.144 280.491, 17587.99 4714.157 280.852, 17526.746 4717.545 281.858, 17455.502 4721.977 282.865, 17388.102 4727.943 283.441, 17325.447 4733.893 283.875, 17264.197 4738.162 283.906, 17202.254 4744.146 284.945, 17141.416 4743.87 290.871, 17227.164 4733.533 299.474, 17312.225 4727.498 302.923, 17377.574 4723.193 305.036, 17453.229 4718.536 306.628, 17520.27 4716.036 307.515, 17621.643 4713.343 307.537, 17718.715 4711.927 306.926, 17820.291 4712.86 302.948, 17897.932 4716.057 284.246, 17981.111 4721.535 252.662, 18075.453 4724.65 219.223, 18123.57 4725.711 141.581, 18165.227 4725.394 84.661</trace>
</ink>
</file>

<file path=ppt/ink/ink64.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10973.979 6483.729 136.826, 11038.315 6463.733 149.957, 11081.492 6453.496 152.371, 11133.713 6441.984 154.466, 11176.643 6430.717 155.831, 11211.331 6420.763 156.385, 11254.017 6413.118 157.1, 11295.574 6410.068 157.731, 11331.298 6408.251 158.069, 11366.149 6408.132 158.521, 11298.624 6454.38 162.29, 11263.155 6467.267 162.863, 11225.538 6480.223 163.595, 11189.616 6496.424 163.919, 11182.59 6530.333 105.912</trace>
</ink>
</file>

<file path=ppt/ink/ink65.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12283.393 6495.508 136.826, 12221.843 6485.73 146.235, 12258.08 6494.676 162.09, 12306.479 6496.618 163.011, 12356.865 6490.085 163.801, 12401.756 6482.279 164.687, 12451.799 6476.119 165.574, 12509.357 6468.844 166.632, 12554.412 6462.267 167.702, 12601.728 6453.943 168.745, 12656.818 6447.636 169.881, 12718.389 6441.157 171.23, 12761.044 6436.124 172.263, 12801.75 6428.833 173.096, 12847.965 6419.991 174.124, 12905.618 6414.503 175.538, 12953.87 6411.626 177.24, 12992.195 6407.305 179.417, 13030.292 6405.216 181.916, 12995.222 6425.559 147.4, 12958.519 6433.151 1.474</trace>
</ink>
</file>

<file path=ppt/ink/ink66.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13284.605 6510.657 136.826, 13319.508 6503.127 156.928, 13354.752 6496.345 159.168, 13397.14 6491.594 157.803, 13431.239 6490.668 152.669, 13466.979 6492.273 123.71</trace>
</ink>
</file>

<file path=ppt/ink/ink67.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13811.744 6557.798 136.826, 13884.671 6537.245 139.632, 13920.437 6530.883 140.969, 13964.186 6521.786 142.548, 14017.475 6515.577 144.141, 14058.56 6512.718 145.335, 14105.091 6510.366 146.336, 14153.702 6509.231 147.032, 14190 6510.228 146.658, 14239.089 6516.695 144.557, 14283.922 6523.06 142.046, 14328.801 6528.529 139.959, 14363.184 6533.928 99.222</trace>
</ink>
</file>

<file path=ppt/ink/ink68.xml><?xml version="1.0" encoding="utf-8"?>
<ink xmlns="http://www.w3.org/2003/InkML">
  <definitions>
    <brush xml:id="br1">
      <brushProperty name="color" value="#330066"/>
      <brushProperty name="width" value="0.15875" units="cm"/>
      <brushProperty name="tip" value="ellipse"/>
      <brushProperty name="fitToCurve" value="1"/>
      <brushProperty name="height" value="0.15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14791.906 6613.348 136.826, 14851.984 6580.797 149.38, 14891.01 6568.343 152.254, 14928.254 6558.515 154.273, 14972.064 6549.12 156.478, 15042.08 6534.56 161.603, 15083.156 6524.326 165.256, 15121.955 6515.773 169.949, 15161.521 6507.624 175.369, 15197.979 6499.984 185.287, 15157.977 6499.832 212.481, 15112.767 6507.299 216.728, 15065.344 6516.454 218.959, 15015.907 6525.843 221.4, 14965.169 6532.992 222.88, 15031.104 6530.513 192.757, 15095.297 6523.163 175.146, 15133.781 6517.725 141.248, 15169.11 6524.199 1.412</trace>
</ink>
</file>

<file path=ppt/ink/ink70.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71.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13023.06 4215.373 136.826, 13016.198 4249.252 362.82, 13007.974 4291.364 390.683, 12999.688 4342.206 432.251, 12993.438 4383.557 450.743, 12986.559 4435.887 479.509, 12978.927 4496.659 496.597, 12974.73 4528.867 506.677, 12971.82 4560.075 515.275, 12968.84 4610.113 529.919, 12971.101 4637.562 539.603, 13006.113 4649.756 561.537, 13026.402 4620.582 562.87, 13044.426 4590.402 562.922, 13064.71 4555.735 562.834, 13081.367 4526.572 565.447, 13104.171 4482.093 568.628, 13133.06 4425.138 569.157, 13152.138 4393.64 571.604, 13172.276 4363.008 573.757, 13209.101 4315.243 574.009, 13238.984 4329.575 600.153, 13233.665 4362.443 610.93, 13226.512 4389.352 623.682, 13216.2 4419.007 638.414, 13205.749 4451.935 655.346, 13196.242 4490.479 669.864, 13189.583 4533.159 688.766, 13188.906 4565.822 703.113, 13193.375 4597.956 702.643, 13205.482 4628.661 705.134, 13236.303 4646.794 708.347, 13280.587 4649.382 709.145, 13322.964 4639.981 701.307, 13356.837 4624.871 662.99, 13409.16 4598.867 483.238, 13448.593 4578.978 183.697</trace>
</ink>
</file>

<file path=ppt/ink/ink72.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13025.741 4748.924 136.826, 12990.169 4777.478 429.182, 12957.632 4800.572 444.787, 12908.919 4833.408 465.518, 12874.854 4857.368 488.125, 12831.435 4886.04 510.006, 12779.278 4919.396 535.858, 12750.952 4941.906 538.286, 12713.283 4971.484 533.348, 12665.896 5002.027 545.268, 12618.79 5029.833 556.479, 12583.884 5066.483 550.094, 12593.383 5034.304 703.078, 12604.803 5004.74 705.991, 12617.098 4970.376 707.689, 12627.031 4941.688 708.184, 12640.131 4907.467 707.179, 12653.878 4873.793 704.652, 12668.476 4838.157 696.714, 12682.967 4808.761 699.6, 12697.522 4779.683 702.986, 12678.09 4806.551 723.565, 12662.57 4835.757 726.533, 12639.043 4874.981 713.909, 12617.184 4913.351 708.621, 12599.489 4947.089 707.118, 12584.795 4980.153 714.699, 12569.62 5014.892 722.15, 12555.971 5046.159 721.751, 12546.237 5075.775 719.972, 12603.905 5089.176 747.684, 12642.359 5080.184 748.057, 12680.914 5071.36 757.215, 12712.439 5064.484 741.72, 12753.246 5055.96 730.842, 12793.196 5046.55 730.419, 12835.768 5036.282 725.363, 12867.685 5029.493 735.165, 12900.19 5021.797 748.858, 12933.188 5012.436 756.592, 12965.162 5003.537 746.734, 13002.479 4996.492 656.977, 13032.177 5000.526 182.83</trace>
</ink>
</file>

<file path=ppt/ink/ink73.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11220.971 7538.827 136.826, 11260.53 7533.705 208.965, 11298.215 7530.771 220.548, 11347.829 7526.612 231.603, 11379.178 7523.504 234.958, 11411.941 7521.008 238.034, 11445.859 7517.958 241.339, 11483.452 7515.283 244.404, 11535.996 7511.962 249.571, 11565.545 7510.936 251.718, 11608.979 7510.564 255.857, 11636.223 7511.484 257.92, 11664.944 7512.58 259.817, 11694.879 7513.539 261.551, 11736.738 7514.845 264.107, 11778.856 7515.563 266.339, 11821.941 7516.419 268.179, 11870.836 7516.517 269.749, 11904.338 7516.23 270.796, 11934.606 7516.102 271.511, 11964.964 7514.629 271.348, 12004.836 7513.023 272.446, 12032.024 7511.098 276.011, 11990.04 7513.771 286.757, 11951.618 7518.21 289.686, 11906.813 7525.754 291.973, 11864.064 7533.131 294.105, 11833.508 7537.952 295.48, 11800.61 7543.73 296.061, 11765.244 7551.815 297.223, 11735.358 7558.705 298.092, 11691.59 7566.646 298.369, 11648.604 7574.135 298.656, 11600.093 7581.748 298.997, 11561.034 7588.422 299.145, 11507.399 7597.159 299.755, 11478.331 7600.876 300.19, 11437.277 7606.004 300.877, 11396.622 7610.479 301.505, 11356.303 7614.834 302.036, 11313.183 7619.983 303.181, 11282.655 7624.061 304.351, 11244.762 7627.401 306.754, 11215.252 7625.398 318.261, 11244.411 7611.38 336.827, 11271.512 7603.76 339.35, 11310.981 7594.438 341.971, 11341.475 7588.176 344.323, 11395.169 7578.381 347.959, 11443.915 7568.979 350.209, 11471.98 7563.628 351.049, 11513.221 7555.809 352.67, 11542.766 7550.588 353.631, 11584.857 7543.618 354.427, 11638.65 7534.974 354.911, 11667.123 7530.952 355.329, 11707.51 7525.049 356.42, 11748.269 7519.163 357.592, 11791.103 7511.697 357.478, 11824.289 7505.694 358.116, 11867.305 7498.208 359.256, 11918.959 7490.643 360.989, 11964.991 7483.514 363.911, 12000.675 7475.32 366.216, 11966.165 7471.233 375.4, 11923.422 7475.505 378.317, 11872.266 7482.618 379.726, 11827.353 7488.126 380.316, 11785.83 7493.963 380.526, 11742.786 7501.062 379.616, 11706.003 7506.914 378.834, 11651.057 7515.167 378.097, 11617.754 7519.872 377.784, 11569.52 7526.772 377.35, 11538.1 7531.662 377.147, 11492.603 7539.223 377.069, 11462.884 7544.23 377.071, 11419.293 7551.68 377.109, 11392.13 7555.833 377.125, 11363.721 7559.93 377.07, 11334.293 7564.023 377.072, 11293.208 7569.53 377.567, 11236.23 7578.2 379.018, 11189.934 7585.099 378.977, 11233.053 7568.997 384.686, 11260.804 7562.962 385.28, 11293.61 7555.948 385.884, 11340.935 7545.579 387.224, 11373.527 7538.716 387.974, 11408.953 7531.176 388.683, 11448.03 7522.973 389.287, 11504.081 7511.585 389.744, 11539.312 7504.824 389.595, 11574.674 7498.086 389.895, 11608.898 7491.846 390.198, 11656.394 7483.522 390.502, 11684.03 7479.84 390.564, 11712.283 7476.536 391.123, 11740.434 7473.956 391.697, 11778.53 7470.75 392.405, 11828.413 7468.196 394.283, 11866.519 7470.632 398.236, 11832.339 7496.222 399.74, 11797.1 7505.808 399.225, 11750.438 7516.656 399.734, 11712.125 7523.873 400.842, 11658.499 7531.538 401.974, 11628.532 7535.93 402.187, 11584.374 7542.038 402.566, 11555.835 7546.03 402.701, 11524.537 7549.784 402.233, 11494.581 7553.626 401.741, 11453.075 7559.161 401.155, 11396.741 7568.51 401.183, 11350.994 7575.155 401.454, 11312.295 7574.383 323.334</trace>
</ink>
</file>

<file path=ppt/ink/ink74.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11320.34 7572.384 136.826, 11351.444 7571.75 136.826, 11381.537 7570.376 136.826, 11412.599 7568.163 138.084, 11440.807 7563.998 141.586, 11475.627 7559.43 144.07, 11520.041 7554.898 146.78, 11556.953 7549.937 149.079, 11589.819 7544.259 151.634, 11620.348 7538.301 153.934, 11651.635 7532.468 156.523, 11620.771 7537.207 182.989, 11577.948 7547.978 188.372, 11550.341 7555.334 191.473, 11515.038 7564.511 196.033, 11477.975 7572.053 199.997, 11448.197 7577.839 202.997, 11415.637 7584.723 207.243, 11387.253 7589.952 211.131</trace>
</ink>
</file>

<file path=ppt/ink/ink75.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11936.706 4337.514 136.826, 11964.429 4308.915 233.043, 12002.374 4277.894 274.357, 12039.025 4249.945 312.397, 12069.745 4227.346 336.992, 12100.655 4211.375 353.407, 12138.672 4198.566 365.257, 12183.279 4186.138 373.153, 12223.211 4173.424 376.938, 12260.396 4161.401 378.132, 12292.14 4154.612 400.943, 12256.751 4174.98 425.038, 12212.909 4191.575 431.729, 12183.635 4202.295 433.183, 12137.447 4219.495 437.135, 12109.543 4229.438 436.981, 12077.945 4242.079 435.64, 12027.438 4262.899 442.592, 12000.26 4275.396 446.971, 11957.089 4299.065 455.173, 11915.703 4318.034 456.569, 11959.285 4310.956 467.218, 12006.676 4288.83 467.893, 12045.25 4268.499 462.924, 12095.919 4244.411 461.102, 12140.579 4225.708 459.834, 12186.954 4208.488 460.187, 12228.278 4194.866 467.014, 12273.708 4174.673 475.072, 12238.846 4197.612 504.166, 12182.778 4220.498 507.236, 12145.771 4233.286 499.45, 12117.874 4242.136 493.103, 12088.004 4251.126 488.468, 12057.541 4260.824 490.027, 12028.073 4271.975 492.019, 11982.139 4289.739 498.589, 12023.943 4260.16 505.753, 12054.877 4244.812 504.666, 12086.559 4230.02 501.238, 12116.11 4217.778 506.085, 12163.483 4200.558 509.094, 12211.638 4185.545 514.493, 12163.71 4216.485 536.081, 12133.879 4226.619 537.552, 12105.924 4235.207 536.975, 12057.686 4247.746 538.906, 12008.065 4260.022 538.433, 12044.688 4260.321 363.861, 12075.685 4254.966 159.217</trace>
</ink>
</file>

<file path=ppt/ink/ink76.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10041.964 4716.704 149.984, 10070.696 4706.213 361.455, 10111.403 4693.38 430.214, 10141.287 4684.267 473.854, 10178.038 4672.624 495.169, 10229.073 4659.912 537.817, 10286.091 4653.183 560.281, 10317.146 4650.322 568.673, 10367.159 4646.356 552.423, 10334.296 4668.207 140.833</trace>
</ink>
</file>

<file path=ppt/ink/ink77.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10088.288 4696.57 169.145, 10083.923 4726.88 324.709, 10081.2 4769.322 348.807, 10083.355 4813.836 360.553, 10087.513 4845.862 362.809, 10092.625 4879.653 363.339, 10101.871 4913.444 361.031, 10137.272 4913.223 362.474, 10161.345 4879.338 366.149, 10180.199 4850.158 370.766, 10204.459 4821.48 374.999, 10234.619 4796.104 398.755, 10267.64 4790.545 406.727, 10291.53 4820.83 416.494, 10292.084 4860.178 420.263, 10276.283 4908.603 418.477, 10254.385 4948.22 416.98, 10229.611 4982.683 415.479, 10196.208 5000.559 420.33, 10194.894 4963.091 420.35, 10214.22 4925.996 409.137, 10243.127 4900.604 305.587</trace>
</ink>
</file>

<file path=ppt/ink/ink78.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10587.825 4652.278 240.216, 10591.018 4682.641 414.229, 10580.942 4722.91 441.9, 10555.133 4769.776 453.186, 10522.082 4797.837 453.778, 10485.378 4796.426 448.854, 10489.804 4751.324 452.12, 10522.121 4715.231 459.095, 10568.69 4686.05 466.074, 10610.438 4674.04 495.078, 10654.022 4689.697 539.834, 10661.612 4725.066 552.004, 10660.238 4755.53 557.349, 10653.354 4785.147 562.456, 10630.771 4836.531 568.151, 10611.99 4864.139 567.958, 10584.359 4897.161 564.271, 10545.162 4948.786 498.805, 10526.182 4976.146 386.203, 10509.562 5003.72 295.189</trace>
</ink>
</file>

<file path=ppt/ink/ink79.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10117.832 5283.812 154.084, 10147.291 5265.309 363.959, 10185.809 5245.377 418.437, 10216.929 5232.182 445.276, 10259.8 5218.407 485.337, 10309.981 5208.629 511.409, 10340.415 5204.803 523.192, 10370.934 5200.491 533.923, 10399.324 5196.667 537.598, 10428.353 5193.887 540.946, 10456.862 5193.176 528.73</trace>
</ink>
</file>

<file path=ppt/ink/ink80.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10081.573 5285.831 152.818, 10072.344 5312.917 323.651, 10069.889 5347.645 366.999, 10075.351 5401.665 390.277, 10079.059 5439.572 395.411, 10085.042 5484.05 401.776, 10093.544 5530.093 403.697, 10098.867 5570.673 402.728, 10100.324 5612.219 401.856, 10116.829 5567.558 406.622, 10134.98 5530.786 411.478, 10165.678 5482.441 419.869, 10192.566 5447.795 430.553, 10225.079 5422.696 439.868, 10265.5 5415.483 445.754, 10300.059 5437.934 444.28, 10321.23 5480.537 438.121, 10330.607 5520.143 424.75, 10326.581 5569.309 387.687, 10315.41 5600.941 359.611, 10293.642 5629.691 345.571, 10265.615 5647.666 350.483, 10231.031 5641.739 375.575, 10214.429 5608.874 416.671, 10220.26 5568.818 427.872, 10246.281 5540.873 420.773, 10287.678 5521.032 347.75, 10324.459 5510.001 258.294, 10351.634 5504.061 80.835</trace>
</ink>
</file>

<file path=ppt/ink/ink81.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10681.155 5282.475 264.649, 10654.673 5239.725 484.795, 10598.823 5227.27 554.038, 10569.146 5235.135 564.393, 10541.847 5250.899 571.538, 10502.969 5290.839 575.604, 10477.77 5342.578 575.775, 10472.347 5371.804 576.16, 10493.989 5420.357 575.85, 10552.795 5452.103 576.656, 10590.552 5461.919 577.429, 10624.716 5468.291 576.531, 10660.284 5476.53 575.105, 10689.066 5487.757 572.978, 10726.204 5526.679 571.117, 10705.401 5576.039 573.972, 10658.226 5604.707 577.736, 10629.107 5608.105 579.74, 10581.524 5585.64 583.384, 10563.698 5535.004 583.253, 10571.388 5495.604 579.454, 10584.544 5458.601 573.633, 10604.363 5419.886 542.63, 10621.636 5388.292 483.937, 10651.467 5338.226 361.305, 10672.874 5307.116 268.155</trace>
</ink>
</file>

<file path=ppt/ink/ink82.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15260.046 8764.417 136.826, 15296.72 8738.655 149.656, 15331.389 8717.681 155.107, 15365.847 8696.606 158.266, 15403.824 8676.864 161.457, 15365.28 8706.429 176.756, 15320.321 8724.247 187.799, 15273.817 8734.578 207.34, 15307.38 8721.368 240.875, 15354.096 8716.114 240.76, 15404.738 8712.041 236.622, 15444.109 8709.778 219.409, 15483.496 8708.864 193.085, 15518.158 8705.604 171.76</trace>
</ink>
</file>

<file path=ppt/ink/ink83.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15025.143 7878.663 136.826, 15062.026 7858.626 193.356, 15105.81 7839.041 204.509, 15147.309 7821.324 216.489, 15196.103 7809.228 228.582, 15262.163 7801.293 236.753, 15315.179 7796.688 244.339, 15351.127 7794.765 248.114, 15407.122 7791.968 255.116, 15446.506 7790.625 258.963, 15489.163 7789.187 263.303, 15534.207 7788.268 267.32, 15598.037 7787.609 274.678, 15640.185 7787.86 278.657, 15704.396 7787.856 285.307, 15748.632 7787.147 288.649, 15795.53 7786.401 291.946, 15845.644 7785.919 294.975, 15916.271 7785.418 299.356, 15959.546 7784.4 301.28, 16022.239 7782.704 303.482, 16062.053 7781.739 304.331, 16119.763 7780.125 305.633, 16157.283 7778.892 306.154, 16193.27 7777.202 306.622, 16230.008 7775.808 307, 16280.04 7774.026 307.531, 16326.711 7773.587 308.006, 16368.287 7774.982 308.471, 16423.754 7778.445 309.21, 16462.646 7781.312 314.026, 16409.506 7764.691 334.849, 16355.633 7761.843 339.069, 16321.979 7759.787 341.817, 16259.337 7757.414 345.677, 16200.114 7757.431 346.636, 16165.627 7756.844 347.057, 16114.448 7755.325 348.262, 16076.995 7753.999 349.249, 16021.18 7752.896 349.429, 15981.066 7753.326 348.933, 15918.637 7754.375 348.956, 15871.345 7755.766 349.227, 15821.812 7756.974 349.92, 15769.154 7758.353 350.591, 15735.122 7759.259 350.912, 15693.674 7760.449 351.215, 15648.94 7761.815 351.441, 15583.492 7763.565 352.397, 15536.578 7765.904 352.853, 15489.739 7767.714 353.565, 15439.449 7770.657 354.236, 15368.117 7774.688 355.132, 15324.741 7778.142 355.48, 15262.879 7782.714 355.673, 15226.884 7785.716 355.532, 15175.648 7789.79 355.692, 15115.234 7793.811 356.348, 15050.263 7797.941 357.812, 15006.319 7801.335 361.396, 15039.827 7802.319 370.306, 15101.847 7797.667 373.245, 15164.577 7791.71 376.645, 15204.862 7787.526 377.873, 15262.706 7780.961 380.088, 15300.815 7776.386 381.294, 15357.241 7769.136 384.386, 15397.21 7764.576 386.543, 15455.924 7758.544 390.2, 15496.978 7755.078 392.477, 15541.213 7750.481 395.504, 15589.835 7745.417 398.336, 15659.216 7738.877 403.394, 15707.918 7734.373 405.852, 15779.41 7728.73 409.143, 15825.903 7726.056 410.591, 15891.453 7722.047 412.873, 15930.929 7720.297 413.771, 15971.743 7718.3 414.487, 16011.618 7715.813 415.186, 16066.714 7712.612 416.059, 16146.064 7709.58 417.843, 16215.799 7712.438 421.143, 16264.109 7714.846 423.929, 16317.447 7716.13 427.845, 16370.295 7719.151 430.92, 16422.141 7723.068 434.644, 16353.008 7733.934 441.663, 16276.211 7740.243 442.326, 16240.612 7742.277 442.543, 16185.705 7745.632 442.5, 16147.227 7749.033 442.502, 16090.598 7755.312 442.545, 16049.668 7760.32 442.562, 16000.708 7764.449 442.501, 15944.566 7769.502 442.503, 15908.261 7772.781 442.485, 15864.148 7776.381 442.545, 15812.042 7780.796 442.543, 15778.401 7783.651 442.561, 15737.202 7786.962 442.5, 15689.362 7789.114 442.502, 15619.701 7791.329 443.001, 15576.11 7793.354 443.543, 15526.16 7795.233 444.068, 15476.785 7797.046 444.484, 15408.891 7799.226 445.119, 15371.496 7799.889 445.429, 15319.061 7800.864 446.035, 15251.068 7801.306 446.784, 15216.072 7801.305 448.213, 15296.482 7773.012 455.689, 15347.801 7765.191 456.76, 15388.066 7759.959 457.037, 15433.994 7753.913 457.325, 15486.387 7748.501 457.641, 15520.285 7745.004 457.765, 15561.724 7740.984 457.739, 15610.901 7737.184 457.657, 15682.143 7732.593 457.558, 15728.839 7730.304 457.611, 15798.693 7728.242 457.662, 15845.029 7727.579 457.568, 15910.539 7727.496 456.385, 15952.161 7730.402 455.282, 15995.52 7734.677 451.311, 16041.504 7740.126 447.347, 16104.644 7747.477 424.649, 16140.662 7752.319 405.724, 16176.55 7757.833 361.667, 16210.866 7764.09 322.036, 16254.278 7773.46 254.61, 16291.146 7781.766 105.912</trace>
</ink>
</file>

<file path=ppt/ink/ink84.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14434.108 12042.544 136.826, 14481.473 12022.712 231.244, 14519.169 12007.418 242.917, 14565.62 11990.066 259.048, 14636.2 11966.123 276.27, 14678.463 11957.295 290.604, 14739.216 11948.126 302.943, 14778.941 11945.895 316.053, 14837.812 11943.471 324.484, 14876.7 11942.282 327.293, 14917.106 11939.826 329.702, 14958.197 11937.637 331.823, 15016.422 11934.527 332.39, 15051.027 11933.09 331.341, 15099.421 11931.836 329.912, 15156.951 11932.479 331.525, 15203.604 11932.791 334.321, 15239.945 11932.658 341.164, 15284.616 11933.436 352.852, 15323.695 11934.136 364.467, 15284.411 11936.965 414.724, 15231.674 11941.558 416.848, 15189.201 11945.363 417.636, 15154.863 11949.062 417.123, 15101.938 11955.104 416.037, 15062.432 11959.841 416.632, 15002.682 11966.966 420.338, 14956.537 11972.257 422.111, 14907.14 11979.233 422.189, 14853.38 11987.327 422.095, 14818.602 11992.574 422.522, 14776.67 11998.619 425.918, 14728.36 12005.221 429.315, 14661.452 12013.107 433.332, 14619.843 12016.653 434.736, 14559.918 12022.448 438.475, 14495.471 12028.361 447.394, 14434.431 12034.961 463.03, 14484.722 12022.533 521.849, 14535.804 12012.073 520.458, 14572.709 12005.265 522.283, 14614.788 11997.873 524.248, 14676.585 11987.036 527.343, 14718.889 11980.436 528.334, 14782.255 11970.475 528.041, 14825.534 11963.207 527.896, 14871.593 11955.854 528.252, 14924.459 11948.743 528.618, 14958.58 11944.161 528.015, 15000.089 11939.442 528.452, 15047.237 11934.004 528.974, 15111.398 11926.198 528.606, 15146.973 11921.911 527.48, 15197.204 11916.542 532.634, 15256.864 11913.137 545.264, 15323.017 11912.576 559.948, 15360.695 11913.766 572.503, 15396.53 11918.625 577.951, 15340.847 11949.475 551.266, 15303.736 11958.171 545.658, 15256.453 11965.851 552.617, 15213.878 11971.284 558.438, 15178.773 11975.959 559.1, 15124.228 11983.559 560.819, 15084.34 11989.489 564.093, 15040.462 11995.687 567.199, 14988.514 12001.789 570.061, 14954.899 12005.741 571.149, 14918.986 12008.284 570.794, 14877.256 12010.825 570.341, 14834.013 12013.352 571.597, 14791.029 12016.437 572.976, 14727.96 12020.898 574.348, 14691.443 12023.641 574.35, 14640.244 12026.796 576.559, 14593.593 12029.282 581.216, 14557.863 12029.219 581.649, 14594.549 12016.843 578.821, 14679.834 12011.418 572.444, 14720.678 12009.947 569.106, 14767.07 12009.885 554.201, 14818.209 12011.341 539.386, 14892.865 12015.591 478.45, 14941.797 12020.106 432.606, 15013.921 12027.664 350.62, 15060.704 12033.322 310.451, 15104.721 12038.646 166.178, 15141.337 12043.385 101</trace>
</ink>
</file>

<file path=ppt/ink/ink85.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12630.616 6631.519 171.871, 12632.927 6689.617 619.389, 12627.958 6730.624 658.753, 12626.622 6784.718 698.099, 12629.805 6834.075 706.897, 12628.688 6874.048 709.229, 12631.433 6916.234 711.534, 12641.741 6959.429 708.56, 12652.766 6996.001 418.606</trace>
</ink>
</file>

<file path=ppt/ink/ink86.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12607.212 6597.253 145.611, 12565.963 6634.034 267.341, 12530.567 6668.071 276.365, 12495.179 6703.87 285.129, 12454.992 6755.019 287.227, 12426.3 6808.466 246.85, 12406.162 6858.523 211.181, 12391.527 6896.73 109.784</trace>
</ink>
</file>

<file path=ppt/ink/ink87.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12461.749 7020.081 273.075, 12511.363 7018.37 486.976, 12585.307 7017.882 478.913, 12641.779 7016.512 411.277, 12680.68 7016.144 346.008, 12726.954 7015.95 234.838</trace>
</ink>
</file>

<file path=ppt/ink/ink88.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12955.806 6664.943 264.649, 12998.83 6616.051 515.255, 13060.311 6601.077 616.763, 13130.549 6634.443 675.408, 13148.854 6678.94 688.953, 13147.785 6718.237 708.308, 13134.427 6763.308 721.379, 13116.682 6810.982 727.072, 13099.428 6845.925 724.993, 13042.496 6919.323 730.744, 12971.273 6972.708 748.058, 12926.269 6985.359 760.565, 12883.259 6978.438 771.645, 12844.062 6946.068 778.684, 12830.611 6900.855 777.251, 12837.479 6851.588 786.095, 12857.396 6801.166 792.035, 12876.423 6763.487 796.109, 12908.281 6715.442 798.352, 12940.199 6677.845 797.168, 12983.023 6643.222 795.036, 13033.75 6616.119 673.158, 13074.004 6604.983 411.365</trace>
</ink>
</file>

<file path=ppt/ink/ink89.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10966.192 4832.435 136.826, 11010.227 4816.303 166.657, 11054.273 4809.136 178.523, 11100.824 4800.43 185.05, 11136.761 4793.293 190.73, 11175.354 4787.669 196.286, 11220.196 4784.051 202.267, 11257.072 4781.463 207.399, 11309.767 4779.002 212.157, 11358.903 4776.452 215.887, 11412.268 4776.893 219.781, 11455.857 4778.654 222.659, 11505.317 4781.264 224.94, 11557.443 4781.705 226.453, 11613.237 4783.674 228.175, 11652.118 4785.467 229.425, 11686.956 4785.608 230.635, 11723.156 4785.348 231.533, 11769.847 4783.398 232.44, 11806.509 4780.674 233.41, 11847.736 4776.767 234.609, 11894.335 4771.641 239.135, 11860.552 4758.41 276.575, 11822.855 4760.468 278.358, 11779.51 4763.369 278.427, 11738.238 4765.826 278.439, 11691.254 4768.186 278.459, 11653.732 4771.92 278.827, 11611.937 4776.592 279.51, 11564.303 4781.203 279.309, 11510.108 4786.758 279.941, 11470.35 4790.253 280.066, 11429.426 4792.566 279.615, 11392.367 4795.859 279.838, 11354.899 4800.831 280.339, 11302.959 4808.014 280.803, 11268.223 4814.039 281.202, 11231.527 4820.562 282.566, 11197.009 4830.521 284.847, 11233.75 4823.742 287.977, 11290.274 4806.924 289.758, 11324.414 4796.624 291.307, 11370.31 4782.051 293.416, 11414.327 4770.589 295.398, 11461.46 4761.049 296.958, 11500.542 4753.803 298.421, 11543.737 4747.696 299.909, 11587.011 4743.385 300.864, 11636.283 4741.059 301.577, 11671.673 4741.328 302.066, 11722.209 4748.305 301.339, 11760.73 4757.326 291.413, 11801.688 4772.314 238.719, 11840.093 4792.477 90.112</trace>
</ink>
</file>

<file path=ppt/ink/ink90.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10044.956 5200.107 136.826, 10011.154 5214.497 180.886, 10056.093 5213.91 229.48, 10091.444 5197.375 242.931, 10134.592 5172.131 262.96, 10169.456 5156.251 274.163, 10208.793 5142.827 283.775, 10261.06 5128.841 292.133, 10302.281 5119.417 297.542, 10351.751 5109.947 300.271, 10413.675 5097.98 305.154, 10460.646 5088.507 310.507, 10510.856 5079.209 316.393, 10565.599 5070.051 320.782, 10609.127 5062.939 326.766, 10666.988 5052.705 331.654, 10718.244 5044.348 333.587, 10766.592 5037.554 337.736, 10832.252 5029.7 344.841, 10880.854 5022.103 351.981, 10921.041 5015.899 368.536, 10865.182 5017.815 394.124, 10808.972 5026.789 395.981, 10770.363 5034.251 396.719, 10704.372 5045.353 397.924, 10663.105 5054.155 398.223, 10608.792 5067.194 398.319, 10560.589 5077.624 398.46, 10522.251 5085.896 398.562, 10457.235 5100.02 399.302, 10390.781 5111.769 400.162, 10336.217 5120.766 400.377, 10270.695 5132.288 401.229, 10215.531 5142.079 401.646, 10153.019 5153.089 402.032, 10095.754 5164.009 402.05, 10051.106 5172.835 402.175, 10087.56 5159.549 400.332, 10139.423 5144.284 399.289, 10173.311 5134.627 399.61, 10221.367 5121.12 399.565, 10290.049 5103.384 398.984, 10360.277 5085.462 399.305, 10430.636 5069.027 400.715, 10490.661 5055.441 401.926, 10525.052 5047.844 402.197, 10574.547 5037.144 402.622, 10652.519 5020.613 402.745, 10725.528 5007.584 402.614, 10780.145 4999.693 403.899, 10842.512 4988.944 405.69, 10899.973 4982.168 407.165, 10951.021 4975.285 408.336</trace>
</ink>
</file>

<file path=ppt/ink/ink91.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12155.35 10270.351 136.826, 12211.409 10258.598 241.814, 12256.312 10248.191 254.774, 12325.076 10232.642 264.974, 12375.124 10222.543 276.939, 12446.027 10212.723 283.714, 12488.875 10211.62 293.931, 12551.092 10210.493 297.185, 12591.73 10210.63 298.396, 12638.791 10211.129 299.853, 12689.647 10212.468 301.207, 12761.647 10214.735 303.129, 12808.086 10216.957 304.166, 12875.509 10220.649 306.215, 12919.121 10225.163 307.289, 12979.127 10232.026 309.223, 13052.744 10242.025 311.002, 13092.074 10246.801 311.751, 13146.404 10253.578 312.777, 13199.567 10260.296 313.597, 13251.208 10267.409 313.997, 13306.421 10274.779 314.101, 13363.926 10280.538 314.271, 13411.494 10283.279 315.675, 13360.996 10268.949 333.491, 13304.208 10266.496 335.204, 13258.265 10264.479 336.414, 13204.01 10264.538 337.759, 13139.215 10265.685 339.712, 13087.619 10266.837 340.593, 13027.65 10269.471 340.777, 12957.614 10275.625 341.629, 12917.577 10279.548 341.984, 12874.998 10283.449 342.256, 12813.011 10288.632 342.474, 12771.986 10291.031 342.628, 12709.966 10294.589 343.518, 12647.541 10298.386 344.493, 12582.527 10303.375 345.061, 12512.218 10305.876 345.718, 12463.192 10305.889 346.197, 12395.772 10304.688 346.828, 12346.508 10302.889 348.382, 12299.128 10300.781 351.445, 12253.002 10297.345 358.225, 12211.305 10283.4 383.111, 12276.897 10271.312 402.504, 12318.101 10265.858 406.569, 12392.875 10256.82 413.764, 12477.797 10246.722 419.645, 12559.368 10235.402 423.897, 12610.049 10230.437 426.012, 12684.868 10222.479 428.192, 12734.836 10217.356 429.047, 12808.178 10209.215 431.209, 12857.49 10203.377 432.769, 12930.71 10196.189 434.637, 12980.661 10192.649 434.979, 13056.373 10188.199 435.472, 13106.351 10186.156 435.692, 13159.478 10183.503 436.417, 13213.94 10180.768 437.126, 13288.15 10176.579 438.064, 13327.405 10174.311 438.707, 13381.223 10171.585 440.183, 13452.534 10169.561 442.362, 13517.194 10168.069 444.794, 13475.116 10193.807 451.682, 13402.514 10206.457 453.185, 13332.76 10217.668 454.011, 13284.64 10224.025 454.659, 13212.156 10232.126 456.19, 13162.659 10237.764 456.821, 13089.432 10246.094 457.44, 13035.612 10251.847 457.725, 12955.765 10259.276 458.289, 12902.053 10264.369 458.307, 12845.839 10269.672 457.78, 12784.975 10276.155 457.247, 12745.698 10280.349 456.748, 12698.183 10285.741 457.25, 12643.648 10292.281 457.818, 12568.416 10302.25 458.4, 12521.094 10308.343 458.387, 12453.271 10316.169 458.871, 12410.018 10320.688 459.577, 12350.315 10326.818 460.297, 12280.215 10332.532 460.046, 12212.205 10334.273 460.796, 12291.997 10290.029 479.83, 12361.946 10282.403 481.509, 12415.738 10279.354 482.882, 12509.29 10281.937 484.467, 12551.085 10286.217 485.274, 12609.952 10293.915 481.424, 12650.747 10302.853 476.599, 12693.95 10314.068 448.473, 12739.937 10327.437 420.764, 12803.898 10348.171 366.186, 12863.831 10371.099 287.212, 12902.713 10390.086 46.213</trace>
</ink>
</file>

<file path=ppt/ink/ink92.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11832.563 12682.167 136.826, 11895.09 12659.809 294.402, 11940.768 12645.345 316.04, 12011.041 12623.757 336.43, 12062.077 12609.417 355.513, 12133.369 12590.663 366.263, 12180.439 12581.491 379.804, 12249.166 12569.085 383.854, 12295.621 12561.944 386.889, 12345.801 12554.685 389.621, 12397.673 12546.589 392.132, 12469.728 12534.75 397.717, 12514.09 12527.721 401.434, 12578.567 12517.936 409.57, 12618.093 12512.826 413.048, 12675.316 12505.758 417.363, 12747.846 12498.01 419.908, 12834.29 12490.776 419.12, 12894.61 12485.091 420.127, 12959.541 12476.932 422.318, 12915.339 12479.226 452.215, 12873.062 12482.991 457.596, 12785.958 12490.57 469.006, 12741.753 12495.476 474.104, 12692.852 12501.35 478.875, 12639.107 12510.232 483.231, 12562.382 12523.105 490.981, 12508.406 12532.789 494.878, 12426.393 12547.518 501.349, 12369.421 12557.399 505.083, 12286.393 12571.971 511.097, 12230.268 12581.635 514.453, 12149.614 12595.266 518.179, 12095.974 12604.433 518.214, 12042.212 12614.371 519.787, 11986.328 12623.872 521.394, 11908.369 12637.284 522.401, 11864.204 12644.724 522.453, 11802.493 12654.245 521.443, 11732.494 12664.65 523.495, 11686.083 12672.414 527.844, 11731.412 12633.728 580.641, 11789.059 12617.311 590.352, 11841.782 12603.84 598.1, 11880.601 12595.237 600.009, 11924.964 12585.642 602.754, 11974.068 12576.03 605.366, 12045.839 12561.815 607.55, 12094.496 12552.213 608.064, 12168.78 12537.666 610.768, 12224.666 12527.846 613.268, 12308.294 12514.408 617.021, 12364.603 12507.481 617.908, 12421.878 12501.333 619.729, 12483.429 12494.974 621.511, 12523.173 12490.895 623.336, 12570.996 12486.277 624.502, 12627.081 12480.575 625.479, 12707.632 12473.604 625.48, 12755.748 12470.771 625.471, 12824.712 12466.812 622.978, 12864.678 12465.771 619.862, 12904.853 12465.465 597.105, 12945.491 12466.28 574.38, 13003.111 12468.248 497.301, 13083.244 12473.633 347.415, 13133.711 12476.542 244.334, 13171.853 12480.516 24.351</trace>
</ink>
</file>

<file path=ppt/ink/ink93.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94.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16623.949 4307.444 136.826, 16671.744 4291.021 138.422, 16719.781 4264.292 140.259, 16765.969 4243.028 140.62, 16811.664 4225.284 141.966, 16859.795 4237.626 144.688, 16903.475 4281.109 150.874, 16898.908 4329.933 152.788, 16875.232 4370.2 153.659, 16850.525 4409.504 153.966, 16828.459 4450.491 154.623, 16808.416 4503.256 155.102, 16802.543 4550.436 155.394, 16805.807 4596.271 155.421, 16822.248 4643.181 155.853, 16856.377 4685.754 156.561, 16879.379 4727.486 156.865, 16902.447 4767.957 157.364, 16919.354 4810.844 158.69, 16926.988 4854.15 159.904, 16925.918 4898.195 160.593, 16916.486 4948.023 161.544, 16899.494 4994.19 162.053, 16867.277 5054.269 163.273, 16839.834 5103.207 164.266, 16814.873 5160.754 165.592, 16806.787 5208.29 166.747, 16811.383 5251.432 167.574, 16829.396 5297.228 168.738, 16862.271 5340.145 169.417, 16912.219 5385.514 170.632, 16974.373 5424.924 172.016, 17015.791 5447.037 172.726, 17077.424 5474.717 173.331, 17133.795 5500.247 173.726, 17189.516 5527.943 173.939, 17231.324 5550.776 173.98, 17273.012 5578.603 173.986, 17311.607 5613.153 173.996, 17347.375 5664.008 174.06, 17358.711 5711.732 174.524, 17352.338 5772.805 175.529, 17321.512 5830.235 177.509, 17274.148 5883.988 180.4, 17223.463 5927.969 183.749, 17184.156 5958.544 187.226, 17141.043 5986.991 190.807, 17097.693 6016.392 195.821, 17044.375 6056.457 203.45, 16998.836 6096.865 210.719, 16962.588 6135.294 216.34, 16922.377 6184.449 222.457, 16899.098 6229.394 226.036, 16891.596 6268.839 228.245, 16900.561 6332.186 229.77, 16921.758 6374.214 229.949, 16958.77 6413.091 229.595, 17006.215 6449.465 229.846, 17048.346 6477.473 229.945, 17087.891 6503.803 230.17, 17129.973 6530.494 230.493, 17176.508 6568.101 230.47, 17208.854 6609.466 230.504, 17220.24 6652.701 230.47, 17215.967 6711.061 230.558, 17187.562 6768.261 231.252, 17128.102 6830.891 231.989, 17081.561 6869.118 232.417, 17006.691 6917.663 233.062, 16963.188 6942.952 233.57, 16900.941 6978.498 234.588, 16861.916 6999.781 235.209, 16807.045 7029.269 236.619, 16752.016 7058.347 238.108, 16702.777 7086.196 239.982, 16657.244 7115.927 241.964, 16615.344 7146.738 244.124, 16572.297 7183.501 247.994, 16558.088 7236.661 243.096, 16565.537 7298.112 208.199, 16565.24 7340.369 187.972, 16552.883 7391.93 168.698, 16539.859 7434.089 91.668</trace>
</ink>
</file>

<file path=ppt/ink/ink95.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6685.05 3800.147 136.826, 6656.979 3839.593 144.611, 6617.587 3905.669 146.809, 6592.556 3947.076 148.045, 6557.938 4008.705 149.516, 6543.649 4049.505 150.686, 6525.416 4114.358 151.75, 6515.547 4161.224 152.282, 6500.888 4231.558 153.144, 6489.161 4288.097 153.542, 6475.277 4356.34 154.076, 6460.172 4432.103 154.591, 6450.458 4481.115 154.994, 6439.782 4540.757 155.363, 6427.102 4611.264 155.677, 6418.902 4656.807 155.91, 6409.231 4720.22 156.131, 6398.555 4797.568 156.347, 6391.674 4847.565 156.478, 6381.883 4907.68 156.781, 6372.229 4979.078 157.007, 6366.034 5025.065 157.198, 6358.631 5080.282 157.353, 6350.16 5146.184 157.504, 6342.369 5215.607 157.823, 6334.263 5289.774 158.129, 6329.053 5337.524 158.398, 6323.7 5395.089 158.652, 6318.192 5456.816 158.899, 6314.685 5496.564 159.054, 6310.762 5544.92 159.17, 6307.535 5602.012 159.256, 6302.85 5684.896 159.608, 6301.506 5741.522 159.825, 6299.797 5822.542 160.389, 6300.267 5875.822 160.738, 6300.6 5931.062 161.256, 6301.829 5986.89 161.74, 6303.194 6065.495 162.782, 6303.886 6114.136 163.34, 6303.639 6186.038 164.208, 6303.513 6234.029 164.62, 6304.048 6303.275 165.162, 6305.12 6348.846 165.327, 6308.611 6415.174 165.797, 6310.777 6459.543 166.043, 6314.882 6505.662 166.279, 6318.898 6557.587 166.47, 6325.592 6632.113 166.732, 6328.912 6680.744 166.851, 6333.8 6752.127 167.243, 6337.945 6800.092 167.513, 6344.696 6870.105 167.857, 6349.684 6914.855 168.024, 6354.327 6979.245 168.508, 6356.23 7022.38 168.83, 6358.133 7069.37 169.133, 6360.725 7118.824 169.386, 6365.808 7188.682 169.711, 6369.716 7228.906 169.877, 6375.851 7287.559 169.953, 6380.863 7348.664 169.697, 6384.743 7411.442 169.313, 6388.24 7486.187 169.008, 6390.2 7542.003 168.54, 6391.761 7601.415 168.017, 6391.155 7667.185 167.697, 6388.746 7718.066 167.474, 6381.592 7772.199 167.35, 6364.676 7832.538 167.261, 6335.881 7902.794 167.608, 6313.379 7955.879 167.921, 6297.249 7995.37 168.048, 6273.947 8053.429 168.223, 6257.157 8092.165 168.305, 6231.903 8150.415 168.527, 6203.875 8211.242 168.719, 6176.179 8277.679 169.577, 6162.368 8316.729 170.224, 6150.014 8358.997 170.85, 6133.972 8419.263 172.166, 6124.275 8480.067 173.463, 6127.14 8544.631 174.956, 6137.519 8594.858 175.712, 6159.867 8646.64 175.84, 6194.346 8702.723 175.827, 6225.559 8745.757 175.768, 6281.405 8806.446 175.506, 6339.283 8863.613 175.386, 6399.306 8921.126 175.409, 6466.913 8990.765 175.902, 6514.288 9043.103 176.285, 6562.275 9097.253 176.633, 6607.608 9151.596 176.973, 6642.883 9194.363 177.465, 6686.181 9258.649 177.951, 6706.809 9296.761 178.143, 6732.24 9353.001 178.989, 6742.171 9395.188 179.66, 6753.158 9460.263 181.023, 6756.181 9508.137 181.738, 6758.749 9578.273 183.909, 6756.079 9623.798 185.469, 6752.566 9671.069 187.992, 6747.243 9718.343 190.398, 6738.045 9786.632 195.354, 6731.646 9827.06 198.171, 6722.067 9885.182 203.793, 6714.036 9943.334 209.062, 6709.841 10000.824 214.447, 6708.271 10045.646 219.437, 6712.415 10100.142 224.062, 6718.111 10139.89 227.78, 6747.364 10204.95 234.564, 6796.404 10242.039 237.426, 6846.406 10265.892 239.225, 6896.695 10288.124 240.832, 6951.939 10311.159 242.409, 6996.57 10331.011 243.649, 7044.717 10358.497 244.571, 7098.81 10398.879 243.659, 7171.942 10453.794 235.381, 7235.488 10500.103 218.144, 7277.104 10533.864 205.301, 7335.466 10583.98 182.25, 7389.141 10640.334 143.383, 7424.28 10678.664 69.641</trace>
</ink>
</file>

<file path=ppt/ink/ink96.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8678.928 11974.985 136.826, 8721.428 11980.581 178.149, 8760.652 11988.013 182.797, 8803.906 11998.228 185.597, 8861.991 12010.659 188.556, 8913.668 12017.87 191.098, 8966.482 12023.338 193.906, 9009.458 12027.167 196.605, 9059.263 12030.222 199.052, 9119.614 12034.431 201.815, 9194.016 12042.427 204.663, 9249.657 12049.111 206.962, 9287.799 12052.97 208.109, 9345.463 12057.413 210.005, 9388.558 12059.698 210.983, 9434.279 12061.503 212.492, 9486.081 12062.998 213.943, 9540.505 12063.938 215.263, 9598.306 12064.189 216.461, 9679.692 12063.754 219.309, 9730.562 12063.346 221.02, 9806.171 12062.906 224.186, 9860.556 12062.102 225.704, 9940.823 12060.554 228.341, 9997.253 12058.873 229.796, 10057.952 12057.117 231.732, 10123.753 12055.973 233.576, 10166.263 12055.236 234.918, 10216.222 12054.421 236.15, 10275.719 12052.877 237.224, 10314.106 12051.872 238.067, 10363.018 12050.218 239.489, 10422.174 12047.454 240.873, 10460.317 12045.668 241.902, 10507.039 12044.179 243.494, 10561.401 12042.885 244.812, 10619.017 12041.033 245.997, 10680.114 12040.502 247.1, 10719.522 12040.162 248.069, 10767.41 12040.628 249.599, 10823.87 12041.606 251.048, 10908.854 12042.703 253.071, 10966.462 12042.991 253.897, 11050.056 12043.99 254.917, 11106.293 12043.852 255.41, 11190.068 12043.352 256.485, 11249.375 12042.069 256.876, 11311.569 12041.562 257.607, 11380.371 12040.897 258.339, 11424.753 12040.465 258.986, 11476.561 12039.845 259.953, 11534.896 12040.117 260.861, 11616.53 12040.068 262.366, 11670.819 12041.274 262.981, 11751.099 12043.603 263.89, 11806.917 12045.951 264.11, 11887.769 12049.825 264.814, 11940.66 12052.369 265.2, 11994.301 12054.013 265.497, 12052.137 12055.758 265.801, 12136.351 12057.616 266.691, 12191.486 12058.76 267.294, 12272.384 12060.284 268.352, 12325.52 12061.137 268.79, 12400.287 12062.009 269.237, 12448.993 12062.565 269.454, 12502.303 12063.591 269.675, 12562.964 12065.61 269.836, 12602.086 12066.92 269.848, 12649.478 12068.441 270.229, 12705.28 12069.429 270.611, 12788.968 12071.151 271.213, 12845.322 12071.519 271.496, 12927.679 12073.26 272.03, 12981.929 12073.553 272.219, 13061.826 12074.51 272.527, 13115.767 12074.672 272.545, 13173.461 12075.456 272.586, 13236.977 12076.638 272.585, 13277.929 12077.4 272.597, 13327.518 12077.896 272.556, 13383.057 12079.573 272.558, 13463.745 12083.712 272.626, 13517.249 12086.72 272.736, 13596.769 12091.285 272.822, 13650.062 12094.667 272.745, 13702.596 12098.209 273.115, 13759.036 12103.546 273.526, 13839.345 12111.957 274.279, 13888.846 12117.532 274.574, 13961.388 12125.808 274.973, 14013.156 12130.203 275.158, 14088.785 12136.891 275.603, 14142.041 12141.064 275.63, 14218.251 12147.834 275.586, 14267.166 12152.487 275.574, 14319.958 12156.496 275.928, 14376.908 12161.125 276.287, 14459.83 12167.371 276.56, 14515.181 12171.187 276.464, 14596.362 12176.22 276.327, 14651.266 12177.899 276.254, 14731.713 12179.619 276.104, 14786.026 12180.038 275.931, 14868.436 12181.45 276, 14927.66 12182.87 276.377, 14991.154 12184.444 276.378, 15065.526 12184.118 276.339, 15113.562 12183.89 276.291, 15171.473 12183.406 276.574, 15238.167 12182.753 276.868, 15281.219 12182.326 277.146, 15334.198 12181.715 277.422, 15400.385 12181.318 277.71, 15443.079 12181.043 277.833, 15498.481 12180.519 277.89, 15565.568 12179.494 278.025, 15634.399 12178.848 278.2, 15708.197 12177.749 278.396, 15755.799 12177.042 278.464, 15814.389 12176.585 278.472, 15883.887 12175.613 278.439, 15955.409 12174.648 278.436, 16033.223 12171.657 278.459, 16083.801 12169.716 278.479, 16143.324 12167.444 278.827, 16214.357 12164.288 279.193, 16260.187 12162.236 279.51, 16317.286 12161.584 279.86, 16386.83 12159.812 280.135, 16460.031 12158.32 281.197, 16538.605 12155.336 282.288, 16589.322 12153.401 283.256, 16649.562 12150.484 284.847, 16727.561 12146.901 286.403, 16777.898 12144.587 287.693, 16834.5 12143.438 289.628, 16904.061 12142.024 291.495, 16948.9 12141.096 293.147, 17001.932 12138.816 295.536, 17067.096 12134.981 297.534, 17109.035 12132.513 299.291, 17164.328 12129.218 301.646, 17230.641 12125.075 303.596, 17298.895 12120.714 306.58, 17367.918 12115.854 309.443, 17412.459 12112.692 311.745, 17464.951 12107.945 313.862, 17524.406 12103.509 315.812, 17562.732 12100.646 317.257, 17609.516 12096.454 319.639, 17666.947 12091.702 321.964, 17749.809 12085.998 325.899, 17802.609 12081.604 327.45, 17853.486 12077.421 330.507, 17907.166 12071.67 333.448, 17982.439 12063.546 340.274, 18028.828 12058.65 344.259, 18094.277 12052.465 352.594, 18137.342 12048.131 357.523, 18200.969 12041.507 367.533, 18243.352 12037.017 372.314, 18304.898 12031.597 382.789, 18343.145 12029.295 388.018, 18384.627 12026.474 394.447, 18428.818 12022.954 400.452, 18491.457 12017.542 409.898, 18584.885 12010.952 421.179, 18674.01 12005.733 428.595, 18740.939 11999.436 431.817, 18820.18 11992.198 435.714, 18881.434 11987.822 438.357, 18945.035 11980.299 441.522, 19001.242 11970.762 442.481, 18962.689 11954.173 209.043, 18924.348 11941.424 87.638</trace>
</ink>
</file>

<file path=ppt/ink/ink97.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16863.9 4294.115 136.826, 16831.891 4343.721 147.289, 16826.619 4395.479 153.571, 16825.193 4436.977 157.313, 16824.055 4475.493 160.608, 16823.926 4514.043 163.752, 16833.066 4554.243 166.959, 16848.035 4602.639 170.505, 16863.24 4648.231 173.201, 16883.234 4710.817 176.674, 16899.51 4771.91 180.218, 16916.27 4832.07 183.336, 16933.109 4885.432 185.406, 16945.898 4925.295 187.077, 16959.57 4966.53 188.58, 16974.227 5009.695 190.699, 16992.391 5066.768 193.435, 17008.408 5117.519 196.072, 17019.613 5156.968 198.054, 17028.041 5201.827 199.481, 17032.385 5250.789 201.555, 17035.688 5290.725 202.846, 17038.375 5333.553 203.105, 17040.445 5378.805 204.398, 17036.912 5431.645 205.595, 17031.943 5470.375 206.452, 17023.275 5509.557 207.506, 17012.766 5550.807 208.509, 17000.229 5598.897 209.784, 16985.975 5649.384 211.795, 16972.227 5700.483 214.588, 16971.332 5759.227 218.06, 17011.24 5812.286 221.489, 17061.225 5845.331 223.455, 17113.971 5872.014 224.804, 17174.943 5897.017 226.083, 17232.113 5920.792 226.598, 17278.262 5943.862 227.121, 17328.195 5976.966 227.786, 17361.758 6015.466 228.544, 17376.641 6061.129 229.645, 17373.893 6107.611 230.692, 17356.668 6170.86 233.359, 17325.174 6232.672 236.987, 17282.904 6295.713 240.2, 17240.418 6355.804 243.609, 17198.723 6405.633 246.26, 17151.459 6461.902 250.021, 17114.104 6511.158 254.168, 17082.947 6556.831 257.479, 17058.176 6615.445 259.277, 17057.799 6663.777 260.896, 17061.553 6702.875 262.077, 17069.025 6758.965 265.349, 17087.824 6812.116 268.87, 17102.07 6854.628 270.695, 17110.254 6906.626 272.499, 17107.871 6949.25 273.839, 17099.426 6991.24 274.774, 17083.129 7047.822 275.865, 17060.445 7097.187 276.557, 17037.561 7138.291 277.158, 17000.547 7202.179 278.043, 16982.012 7258.461 278.794, 16989.775 7310.43 280.981, 17007.266 7366.237 283.211, 17001.795 7410.528 283.987, 16975.174 7454.174 284.02, 16928.732 7514.201 282.416, 16881.729 7568.159 276.543, 16849.613 7613.438 250.72, 16826.027 7668.817 211.226, 16815.99 7707.19 75.7</trace>
</ink>
</file>

<file path=ppt/ink/ink98.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11074.62 9093.952 136.826, 11114.971 9072.295 138.713, 11165.56 9047.561 140.702, 11210.307 9028.46 142.747, 11262.919 9008.165 144.767, 11302.665 8994.103 146.291, 11347.341 8980.714 147.406, 11388.427 8968.872 148.438, 11428.088 8957.468 149.379, 11474.352 8941.935 150.861, 11426.333 8954.961 158.926, 11388.074 8966.394 161.605, 11344.004 8979.739 165.597, 11299.001 8994.641 168.904, 11254.383 9010.136 171.847, 11213.407 9024.614 174.325, 11165.213 9039.033 176.932, 11126.832 9048.348 179.144, 11074.687 9063.693 182.598, 11114.868 9039.268 211.925, 11169.975 9014.465 214.949, 11211.378 9000.972 216.38, 11257.708 8989.09 217.955, 11311.6 8980.116 219.144, 11351.417 8975.929 214.735, 11389.627 8976.812 205.308, 11433.526 8982.31 154.462</trace>
</ink>
</file>

<file path=ppt/ink/ink99.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13507.45 9656.451 136.826, 13461.41 9645.312 185.879, 13415.106 9656.679 211.975, 13370.748 9704.453 238.792, 13360.532 9753.117 263.926, 13374.995 9805.884 284.516, 13418.459 9821.68 291.861, 13465.712 9828.208 293.315, 13504.668 9833.803 293.323, 13530.393 9873.233 293.352, 13502.67 9928.374 297.391, 13468.021 9979.615 302.4, 13432.898 10029.354 309.81, 13383.658 10059.563 324.071, 13335.946 10019.377 332.619, 13333.093 9972.501 333.345, 13344.376 9927.51 333.184, 13364.24 9887.075 334.512, 13393.179 9848.776 334.492, 13431.713 9816.122 334.548, 13470.496 9798.583 336.476, 13517.197 9810.466 334.195, 13548.127 9849.786 333.667, 13560.016 9906.944 333.67, 13555.047 9952.199 333.704, 13532.196 10000.91 335.609, 13478.275 10053.586 338.667, 13433.981 10064.844 339.994, 13406.182 10003.979 344.302, 13426.471 9939.661 343.987, 13450.34 9890.096 343.604, 13473.277 9847.798 343.365, 13508.562 9790.708 343.146, 13540.799 9742.875 343.178, 13579.479 9698.774 343.293, 13619.041 9661.978 342.244, 13660.234 9653.611 343.068, 13656.388 9715.551 343.227, 13642.195 9768.756 343.284, 13626.638 9822.946 343.446, 13599.979 9886.604 343.45, 13574.244 9929.798 344.461, 13520.419 9971.086 349.618, 13479.583 9939.948 359.212, 13477.14 9880.831 361.973, 13488.642 9835.691 362.251, 13510.824 9768.389 364.884, 13539.337 9713.796 367.117, 13570.994 9664.277 368.856, 13629.775 9623.989 367.171, 13669.742 9660.25 366.277, 13676.197 9724.504 366.554, 13668.203 9778.553 367.445, 13647.249 9843.184 369.206, 13622.855 9898.985 370.35, 13600.895 9940.806 371.476, 13566.128 9983.466 375.361, 13523.99 9960.811 384.108, 13497.176 9895.626 389.681, 13490.831 9830.275 392.529, 13499.75 9791.651 393.664, 13516.497 9743.854 395.76, 13552.266 9700.322 395.064, 13607.293 9692.599 382.131, 13635.146 9744.162 312.931, 13634.386 9801.228 226.381, 13629.294 9852.108 146.355, 13611.184 9895.141 136.826, 13572.366 9873.458 149.24, 13560.608 9833.854 187.759, 13550.321 9878.708 273.349, 13547.97 9920.258 280.371, 13572.117 9870.935 190.205, 13583.625 9830.626 70.662</trace>
</ink>
</file>

<file path=ppt/ink/ink100.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13282.738 12033.051 136.826, 13266.118 12076.331 232.355, 13249.807 12116.183 251.877, 13223.066 12176.478 274.864, 13193.578 12237.709 288.536, 13173.452 12283.641 299.996, 13152.375 12330.988 313.872, 13129.378 12379.02 328.716, 13107.417 12423.067 341.534, 13090.221 12468.671 357.657, 13103.354 12412.973 384.278, 13124.468 12335.097 393.545, 13145.77 12269.397 398.546, 13170.026 12209.095 400.723, 13198.933 12154.914 402.172, 13239.94 12089.248 402.588, 13272.105 12046.263 404.535, 13292.854 12118.081 404.052, 13278.098 12185.837 405.829, 13259.37 12245.842 406.675, 13236.759 12308.606 407.641, 13216.403 12372.853 413.539, 13189.085 12420.285 439.796, 13165.545 12353.107 458.347, 13169.496 12269.715 461.066, 13185.773 12204.413 464.764, 13199.781 12164.731 468.625, 13220.156 12122.32 471.399, 13259.788 12058.957 475.923, 13306.712 12009.558 476.691, 13366.845 12014.112 478.926, 13374.017 12085.261 482.19, 13368.066 12125.561 483.026, 13358.435 12167.934 483.839, 13342.259 12221.877 484.317, 13329.735 12261.587 483.405, 13306.696 12329.76 483.216, 13277.792 12392.26 479.78, 13223.008 12438.089 483.712, 13165.258 12431.876 499.674, 13149.195 12353.992 500.862, 13166.479 12273.415 500.886, 13185.005 12226.873 499.852, 13216.853 12177.944 500.407, 13268.629 12117.023 499.82, 13322.244 12072.6 501.911, 13382.33 12095.733 504.983, 13385.945 12172.253 505.301, 13373.448 12228.756 503.782, 13362.052 12270.286 503.365, 13347.192 12311.544 503.69, 13329.685 12351.679 504.942, 13289.172 12413.33 504.823, 13235.659 12453.192 515.313, 13189.774 12415.11 539.294, 13194.22 12343.115 547.172, 13207.542 12296.87 548.622, 13241.729 12224.612 548.747, 13300.124 12173.842 541.195, 13340.452 12184.571 368.81</trace>
</ink>
</file>

<file path=ppt/ink/ink101.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9026.368 10527.954 136.826, 9016.424 10570.927 312.859, 9008.9 10528.167 429.465, 9044.29 10480.974 409.232, 9084.15 10463.787 135.017</trace>
</ink>
</file>

<file path=ppt/ink/ink102.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18386.34 5116.133 136.826, 18438.371 5106.351 165.801, 18484.348 5093.326 173.983, 18532.094 5078.358 180.686, 18584.936 5055.523 186.952, 18604.354 5014.637 210.868, 18552.234 5017.438 219.663, 18504.787 5030.579 223.734, 18455.871 5052.073 227.765, 18395.047 5086.135 230.867, 18344.178 5130.699 214.364, 18297.318 5176.504 187.257</trace>
</ink>
</file>

<file path=ppt/ink/ink103.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9037.787 10363.299 136.826, 9095.288 10313.06 395.035, 9147.836 10265.363 425.124, 9203.941 10226.713 435.699, 9273.368 10189.76 454.444, 9339.353 10155.566 468.637, 9394.078 10126.503 466.55, 9434.002 10102.296 467.767, 9504.872 10056.756 472.546, 9567.938 10012.565 486.202, 9621.477 9972.742 497.343, 9676.797 9932.594 501.46, 9724.878 9885.588 507.001, 9767.535 9840.255 509.245, 9820.228 9786.488 518.94, 9885.941 9727.9 516.133, 9949.709 9677.645 511.783, 10011.717 9632.647 519.066, 10082.806 9584.093 527.098, 10145.638 9547.11 532.56, 10216.909 9499.688 536.037, 10276.128 9463.688 542.549, 10356.065 9419.921 543.146, 10427.01 9382.472 543.677, 10510.432 9337.44 549.672, 10557.759 9312.464 549.914, 10608.71 9289.837 541.754, 10647.433 9272.863 537.815, 10686.702 9251.01 539.341, 10729.694 9223.549 546.238, 10783.227 9188.608 555.455, 10826.102 9162.23 565.773, 10902.131 9121.667 575.059, 10976.771 9082.187 578.214, 11024.082 9057.029 578.303, 11073.566 9027.312 578.533, 11133.837 8989.344 578.43, 11177.537 8961.867 578.331, 11222.256 8935.649 578.487, 11273.882 8907.106 579.565, 11314.904 8884.279 580.362, 11358.113 8857.996 581.169, 11407.233 8828.258 581.881, 11467.218 8791.818 582.269, 11513.617 8763.507 582.373, 11588.451 8717.654 582.689, 11635.174 8686.15 582.599, 11686.746 8647.202 583.684, 11753.299 8603.141 584.662, 11804.579 8572.788 582.605, 11884.7 8528.708 576.338, 11962.66 8487.734 573.037, 12030.121 8454.346 571.982, 12117.008 8413.584 572.875, 12196.781 8380.058 574.024, 12277.403 8346.422 574.397, 12325.899 8321.958 574.413, 12380.244 8294.97 576.714, 12424.058 8271.914 576.487, 12485.425 8236.858 574.271, 12568.53 8187.799 571.907, 12649.086 8140.068 569.435, 12714.831 8101.002 570.907, 12800.552 8050.562 572.202, 12882.096 8003.955 570.926, 12953.575 7955.573 574.532, 13002.839 7918.363 576.461, 13073.028 7868.202 579.823, 13120.614 7836.916 580.55, 13173.791 7802.157 581.365, 13215.736 7773.497 579.959, 13258.851 7742.088 576.906, 13306.349 7708.849 581.502, 13362.691 7667.089 580.131, 13405.776 7635.033 579.966, 13478.251 7582.854 582.503, 13560.731 7530.551 581.401, 13647.731 7478.625 583.961, 13724.741 7434.446 581.696, 13768.681 7407.172 579.69, 13830.515 7368.435 576.492, 13923.459 7306.035 572.293, 14016.283 7241.519 572.049, 14055.68 7215.444 573.101, 14096.251 7188.866 575.212, 14139.514 7160.787 577.249, 14199.881 7121.255 577.721, 14288.32 7063.415 574.861, 14366.408 7009.659 578.784, 14427.632 6963.492 582.219, 14512.061 6900.122 589.657, 14586.633 6844.012 595.929, 14633.016 6809.209 600.444, 14684.16 6770.67 604.677, 14727.086 6738.546 607.835, 14788.557 6692.79 610.513, 14872.166 6630.421 612.285, 14956.951 6572.178 613.17, 15050.231 6512.279 614.21, 15123.05 6462.257 614.953, 15162.757 6431.666 615.927, 15219.723 6385.367 617.118, 15308.766 6312.223 615.541, 15393.875 6249.317 606.515, 15478.905 6189.414 590.044, 15541.774 6148.858 584.913, 15624.873 6101.359 586.123, 15701.776 6060.599 595.746, 15751.974 6034.516 601.862, 15808.318 6003.826 605.635, 15879.429 5966.229 610.314, 15930.842 5938.888 612.002, 15982.467 5912.732 612.613, 16037.319 5882.991 613.103, 16080.515 5856.867 614.002, 16128.885 5824.86 614.443, 16184.949 5788.903 614.888, 16255.408 5747.384 615.743, 16313.845 5715.83 614.155, 16352.954 5695.556 612.111, 16407.271 5667.381 609.313, 16489.92 5621.385 607.236, 16555.434 5583.619 606.476, 16644.027 5533.844 609.045, 16727.738 5492.209 611.632, 16782.809 5468.976 613.696, 16844.516 5442.393 615.238, 16893.438 5420.043 615.885, 16957.514 5388.135 615.935, 17044.17 5346.812 615.211, 17097.896 5320.774 615.487, 17159.432 5291.749 610.053, 17236.561 5258.225 603.909, 17294.293 5232.768 598.703, 17381.715 5191.198 592.688, 17463.74 5154.586 591.772, 17527.525 5123.232 596.104, 17615.744 5081.739 609.047, 17700.164 5048.643 618.201, 17752.299 5030.039 622.609, 17807.191 5009.834 620.397, 17866.965 4980.997 616.482, 17912.967 4959.1 612.064, 17964.082 4937.869 607.153, 18019.266 4914.726 606.784, 18061.283 4896.541 609.363, 18116.439 4874.209 613.423, 18168.229 4854.813 617.754, 18218.99 4835.366 617.133, 18257.246 4820.891 613.954, 18333.189 4788.291 608.93, 18374.436 4767.91 606.089, 18419.74 4743.603 609.529, 18458.207 4722.833 613.35, 18533.641 4685.315 617.47, 18573.492 4662.465 620.492, 18645.957 4623.355 624.553, 18712.727 4577.931 595.364, 18682.979 4538.466 109.763</trace>
</ink>
</file>

<file path=ppt/ink/ink104.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105.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10872.648 8845.207 136.826, 10874.822 8889.071 172.381, 10880.389 8930.934 136.819</trace>
</ink>
</file>

<file path=ppt/ink/ink106.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107.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10039.486 10274.785 136.826, 10000.957 10318.377 140.195</trace>
</ink>
</file>

<file path=ppt/ink/ink108.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15171.072 7811.206 136.826, 15220.19 7809.973 174.454, 15281.562 7807.899 186.505, 15353.723 7805.451 199.952, 15397.22 7803.413 205.596, 15441.033 7800.399 210.732, 15500.184 7797.504 222.056, 15569.558 7795.064 230.644, 15629.184 7792.719 238.835, 15686.419 7792.649 245.026, 15728.106 7794.579 250.536, 15781.772 7797.514 256.971, 15830.817 7801.104 262.037, 15883.244 7804.424 266.348, 15945.072 7808.383 270.401, 15988.548 7811.7 273.577, 16040.155 7816.286 276.903, 16094.694 7826.028 281.99, 16140.928 7831.967 285.017, 16186.076 7831.099 286.25, 16228.905 7822.998 275.13, 16267.205 7812.22 183.357</trace>
</ink>
</file>

<file path=ppt/ink/ink109.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14614.044 11942.883 136.826, 14668.956 11949.587 286.717, 14723.845 11955.205 302.383, 14767.502 11958.657 317.352, 14833.917 11964.05 326.095, 14880.601 11968.123 338.787, 14945.868 11970.805 341.352, 14984.483 11969.097 341.978, 15040.032 11964.186 339.49, 15096.167 11958.965 333.014, 15153.447 11953.483 305.76, 15215.316 11947.545 252.715, 15256.152 11944.657 209.701, 15297.681 11941.637 105.912</trace>
</ink>
</file>

<file path=ppt/ink/ink110.xml><?xml version="1.0" encoding="utf-8"?>
<ink xmlns="http://www.w3.org/2003/InkML">
  <definitions>
    <brush xml:id="br1">
      <brushProperty name="color" value="#330066"/>
      <brushProperty name="width" value="0.0396875" units="cm"/>
      <brushProperty name="tip" value="ellipse"/>
      <brushProperty name="fitToCurve" value="1"/>
      <brushProperty name="height" value="0.03968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877.746 9159.248 136.826, 854.905 9213.423 138.514, 831.311 9269.394 139.805, 800.181 9341.487 142.319, 779.339 9388.382 143.973, 754.831 9432.461 145.524, 720.334 9490.073 148.628, 680.624 9549.796 152.524, 646.559 9598.562 156.387, 603.996 9650.743 161.368, 563.979 9705.802 168.132, 530.609 9758.899 176.086, 584.736 9759.986 191.453, 646.925 9714.664 194.224, 691.293 9680.571 195.259, 742.384 9639.698 196.053, 808.04 9587.521 197.098, 856.78 9548.321 197.345, 906.048 9508.255 197.22, 959.019 9466.224 197.103, 1019.842 9418.044 196.9, 1063.633 9383.666 196.621, 1115.068 9348.281 196.597, 1084.006 9396.012 197.415, 1044.061 9439.798 197.929, 989.461 9490.6 198.846, 941.364 9533.305 199.916, 866.236 9597.886 201.035, 799.095 9657.881 201.802, 730.42 9723.014 203.037, 678.861 9774.386 204.486, 616.885 9835.922 206.545, 563.509 9883.858 208.49, 512.153 9924.558 211.18, 459.382 9967.269 214.77, 408.098 10014.041 222.935, 471.14 9990.183 234.027, 525.786 9959.642 235.799, 593.858 9916.536 237.949, 664.388 9871.992 240.052, 735.801 9827.397 241.686, 800.831 9790.161 242.552, 846.96 9763.49 242.946, 891.376 9738.007 242.989, 958.241 9700.032 243.26, 921.08 9760.82 249.034, 878.097 9803.494 249.607, 831.63 9849.362 249.94, 777.996 9901.087 250.167, 695.925 9979.583 250.603, 641.876 10030.605 250.835, 565.943 10099.543 251.038, 519.613 10139.216 250.984, 455.854 10190.528 250.917, 390.955 10238.952 250.926, 344.102 10273.564 250.968, 293.917 10310.477 251.373, 363.877 10246.228 251.751, 442.805 10181.871 249.582, 489.045 10145.905 248.418, 555.998 10093.757 244.669, 600.298 10062.289 242.055, 666.166 10017.744 233.074, 712.012 9992.043 226.608, 760.885 9968.317 211.746, 813.954 9942.521 198.408, 888.731 9905.124 175.852, 931.699 9879.144 166.248, 979.954 9851.619 105.912</trace>
</ink>
</file>

<file path=ppt/ink/ink111.xml><?xml version="1.0" encoding="utf-8"?>
<ink xmlns="http://www.w3.org/2003/InkML">
  <definitions>
    <brush xml:id="br1">
      <brushProperty name="color" value="#330066"/>
      <brushProperty name="width" value="0.05953125" units="cm"/>
      <brushProperty name="tip" value="ellipse"/>
      <brushProperty name="fitToCurve" value="1"/>
      <brushProperty name="height" value="0.0595312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112.xml><?xml version="1.0" encoding="utf-8"?>
<ink xmlns="http://www.w3.org/2003/InkML">
  <definitions>
    <brush xml:id="br1">
      <brushProperty name="color" value="#330066"/>
      <brushProperty name="width" value="0.05953125" units="cm"/>
      <brushProperty name="tip" value="ellipse"/>
      <brushProperty name="fitToCurve" value="1"/>
      <brushProperty name="height" value="0.0595312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5639.027 11227.981 136.826, 5689.569 11192.361 137.157, 5738.943 11165.162 138.859, 5795.293 11137.999 141.89, 5845.53 11113.847 144.627, 5903.937 11090.621 148.404, 5947.705 11080.673 150.444, 5998.441 11073.372 152.735, 6042.392 11068.971 154.025, 6094.865 11063.972 154.997, 6154.084 11059.936 156.053, 6097.888 11082.767 165.285, 6045.58 11097.408 166.956, 6002.436 11107.427 168.581, 5930.633 11119.067 171.83, 5874.003 11127.31 174.487, 5829.125 11134.627 175.955, 5775.289 11145.188 178.492, 5729.048 11153.531 182.131, 5776.808 11150.677 189.941, 5830.289 11145.996 189.892, 5891.531 11144.018 187.239, 5973.03 11146.829 172.28, 6035.26 11151.058 160.121, 6098.187 11156.23 150.282, 6141.646 11160.717 89.398</trace>
</ink>
</file>

<file path=ppt/ink/ink113.xml><?xml version="1.0" encoding="utf-8"?>
<ink xmlns="http://www.w3.org/2003/InkML">
  <definitions>
    <brush xml:id="br1">
      <brushProperty name="color" value="#330066"/>
      <brushProperty name="width" value="0.05953125" units="cm"/>
      <brushProperty name="tip" value="ellipse"/>
      <brushProperty name="fitToCurve" value="1"/>
      <brushProperty name="height" value="0.0595312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6576.371 11072.537 136.826, 6644.452 11076.166 138.616, 6692.423 11078.299 140.006, 6748.168 11080.437 141.357, 6829.875 11083.866 144.201, 6879.461 11085.19 145.729, 6928.316 11085.295 147.51, 6978.215 11084.983 149.152, 7049.126 11085.01 152.161, 7118.889 11083.973 154.466, 7188.069 11081.378 156.771, 7262.306 11076.271 158.768, 7314.799 11071.885 160.458, 7378.353 11068.428 162.337, 7425.612 11066.98 163.932, 7485.083 11064.484 165.72, 7530.455 11062.529 167.183, 7589.945 11066.655 169.166, 7535.416 11082.831 172.158, 7491.018 11089.977 172.483, 7431.344 11099.992 172.728, 7357.998 11110.936 172.778, 7305.893 11118.25 172.793, 7239.575 11125.91 172.829, 7178.207 11131.062 172.805, 7115.27 11134.765 172.868, 7066.653 11137.621 172.931, 7021.839 11138.902 173.004, 6971.163 11136.351 174.156, 6983.04 11093.146 181.23, 7031.587 11078.368 181.541, 7096.793 11063.788 181.349, 7153.667 11052.828 180.802, 7222.554 11042.171 180.029, 7315.276 11033.66 177.948, 7395.753 11028.345 170.612, 7456.73 11026.118 164.892, 7525.214 11024.342 159.751, 7602.983 11022.432 155.125, 7653.299 11021.226 151.05, 7706.403 11019.972 109.808, 7749.918 11022.504 0.901</trace>
</ink>
</file>

<file path=ppt/ink/ink114.xml><?xml version="1.0" encoding="utf-8"?>
<ink xmlns="http://www.w3.org/2003/InkML">
  <definitions>
    <brush xml:id="br1">
      <brushProperty name="color" value="#330066"/>
      <brushProperty name="width" value="0.05953125" units="cm"/>
      <brushProperty name="tip" value="ellipse"/>
      <brushProperty name="fitToCurve" value="1"/>
      <brushProperty name="height" value="0.0595312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8459.588 11079.993 136.826, 8516.814 11045.374 238.653, 8588.388 11028.229 248.611, 8643.691 11019.677 254.244, 8688.861 11016.733 256.412, 8739.974 11014.46 259.379, 8798.52 11012.225 262.203, 8884.276 11007.649 267.457, 8944.11 11003.337 270.33, 9032.741 10997.342 274.96, 9093.899 10992.965 277.158, 9184.012 10987.903 280.722, 9243.479 10984.956 282.051, 9325.59 10981.437 284.627, 9376.794 10979.286 285.59, 9426.694 10976.783 286.77, 9477.648 10974.779 287.872, 9547.603 10971.182 289.907, 9644.414 10967.714 292.763, 9723.51 10966.003 295.067, 9797.345 10968.793 299.673, 9744.787 10973.792 327.263, 9692.666 10976.126 330.93, 9628.848 10979.983 333.528, 9574.79 10983.745 335.031, 9480.824 10993.09 335.662, 9380.396 11001.912 334.708, 9334.135 11005.155 334.415, 9284.632 11010.279 334.092, 9229.402 11017.012 333.847, 9148.479 11027.562 333.321, 9093.747 11034.612 333.029, 9013.365 11044.38 332.41, 8959.162 11050.413 331.913, 8879.464 11059.476 331.124, 8826.854 11065.439 330.788, 8748.268 11074.396 330.137, 8696.084 11079.951 329.899, 8641.721 11084.659 329.747, 8585.224 11087.715 329.656, 8511.104 11091.287 329.742, 8416.146 11092.961 330.123, 8368.901 11092.95 330.979, 8299.378 11079.931 335.949, 8374.228 11051.685 333.79, 8431.834 11038.451 334.101, 8509.052 11023.073 336.932, 8572.953 11012.273 338.842, 8621.967 11005.831 339.123, 8694.072 10996.784 340.999, 8746.041 10992.084 342.09, 8822.028 10986.022 343.943, 8874.333 10983.328 344.832, 8950.056 10980.876 348.016, 9002.391 10980.428 350.714, 9060.253 10980.93 352.75, 9123.186 10981.634 354.533, 9210.297 10984.728 357.208, 9262.799 10990.196 358.365, 9337.204 11001.01 357.868, 9384.354 11012.138 356.575, 9449.63 11029.354 335.386, 9548.492 11068.309 279.124, 9609.276 11098.78 219.734, 9651.909 11122.146 100.887</trace>
</ink>
</file>

<file path=ppt/ink/ink115.xml><?xml version="1.0" encoding="utf-8"?>
<ink xmlns="http://www.w3.org/2003/InkML">
  <definitions>
    <brush xml:id="br1">
      <brushProperty name="color" value="#330066"/>
      <brushProperty name="width" value="0.05953125" units="cm"/>
      <brushProperty name="tip" value="ellipse"/>
      <brushProperty name="fitToCurve" value="1"/>
      <brushProperty name="height" value="0.0595312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7484.964 10974.581 136.826, 7426.056 11008.85 166.933, 7373.329 11051.901 178.022, 7319.56 11110.645 186.246, 7288.04 11180.004 196.469, 7276.66 11229.613 205.744, 7269.397 11273.957 214.594, 7317.269 11212.92 236.775, 7357.413 11155.814 239.916, 7403.671 11096.215 242.376, 7446.024 11045.554 243.908, 7501.995 10983.643 244.954, 7463.363 11027.163 250.572, 7417.211 11085.625 252.104, 7366.187 11152.22 253.875, 7313.771 11224.303 255.922, 7285.449 11271.846 258.046, 7259.391 11326.761 261.225, 7311.57 11293.31 271.241, 7360.569 11230.321 273.549, 7393.762 11176.045 271.134</trace>
</ink>
</file>

<file path=ppt/ink/ink116.xml><?xml version="1.0" encoding="utf-8"?>
<ink xmlns="http://www.w3.org/2003/InkML">
  <definitions>
    <brush xml:id="br1">
      <brushProperty name="color" value="#330066"/>
      <brushProperty name="width" value="0.05953125" units="cm"/>
      <brushProperty name="tip" value="ellipse"/>
      <brushProperty name="fitToCurve" value="1"/>
      <brushProperty name="height" value="0.0595312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5826.502 13506.465 136.826, 5907.366 13517.594 202.293, 5966.04 13523.634 209.703, 6046.192 13529.437 216.764, 6116.186 13530.49 218.963, 6166.538 13528.475 220.087, 6222.468 13524.492 221.405, 6284.146 13521.154 222.622, 6376.518 13516.371 224.442, 6440.878 13515.446 225.296, 6534.475 13515.168 226.768, 6597.007 13518.791 227.539, 6685.963 13524.252 228.779, 6741.792 13528.555 229.357, 6824.154 13533.563 230.358, 6878.526 13535.009 230.723, 6935.002 13536.313 231.138, 6995.142 13537.92 231.545, 7081.365 13539.582 232.256, 7132.628 13541.876 232.681, 7202.269 13543.518 233.267, 7269.297 13543.694 233.718, 7333.255 13542.763 234.345, 7379.747 13542.105 235.433, 7431.505 13541.932 237.216, 7487.009 13541.266 240.408, 7541.939 13536.509 256.063, 7476.844 13517.871 289.053, 7411.471 13513.824 292.317, 7311.057 13516.465 296.512, 7202.525 13521.203 299.61, 7152.506 13522.415 300.364, 7076.738 13524.887 301.72, 7023.758 13526.35 302.37, 6968.02 13529.545 302.983, 6906.846 13532.752 303.577, 6819.211 13538.799 304.528, 6758.094 13542.896 305.091, 6669.925 13549.164 306.111, 6609.529 13554.533 306.516, 6518.763 13562.147 306.983, 6457.031 13568.208 307.224, 6368.327 13577.329 307.564, 6314.921 13582.939 307.556, 6258.312 13588.072 308.009, 6198.085 13592.921 308.459, 6111.726 13600.306 309.651, 6060.806 13605.338 310.416, 5991.679 13611.408 312.075, 5898.124 13618.626 315.129, 5817.958 13622.452 318.435, 5738.38 13620.805 325.916, 5811.139 13583.368 338.847, 5885.124 13563.003 340.297, 5934.65 13552.142 340.947, 6009.959 13534.885 342.285, 6063.324 13524.089 343.189, 6144.661 13506.605 346.243, 6201.144 13496.001 348.337, 6285.707 13482.522 352.206, 6340.53 13475.234 354.419, 6398.136 13469.795 356.889, 6464.676 13464.373 359.161, 6507.627 13460.923 361.024, 6559.77 13457.228 363.566, 6622.002 13455.204 365.954, 6709.768 13451.326 368.744, 6765.3 13449.61 369.661, 6847.046 13445.598 370.997, 6903.086 13443.702 371.61, 6987.482 13439.824 372.676, 7040.505 13440.373 372.892, 7094.994 13441.48 372.549, 7147.795 13444.464 372.191, 7220.61 13448.842 372.313, 7320.822 13455.626 372.456, 7390.151 13461.736 372.227, 7440.546 13466.882 372.668, 7489.181 13470.775 374.618, 7395.069 13505.763 366.317, 7331.529 13515.971 331.621, 7274.766 13525.867 289.02, 7226.602 13536.146 263.739, 7151.926 13553.55 219.009, 7079.944 13565.417 199.236, 7033.354 13573.085 162.12, 6977.569 13583.498 91.906</trace>
</ink>
</file>

<file path=ppt/ink/ink117.xml><?xml version="1.0" encoding="utf-8"?>
<ink xmlns="http://www.w3.org/2003/InkML">
  <definitions>
    <brush xml:id="br1">
      <brushProperty name="color" value="#330066"/>
      <brushProperty name="width" value="0.05953125" units="cm"/>
      <brushProperty name="tip" value="ellipse"/>
      <brushProperty name="fitToCurve" value="1"/>
      <brushProperty name="height" value="0.0595312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2291.22 9739.206 142.991, 2356.243 9680.369 147.853, 2405.285 9637.128 148.306, 2483.578 9570.352 149.321, 2537.936 9526.71 149.849, 2617.018 9462.906 150.874, 2666.997 9419.85 151.266, 2721.492 9373.621 151.758, 2785.256 9320.908 152.217, 2878.475 9247.747 152.735, 2947.075 9195.866 152.874, 2991.32 9162.417 152.902, 3046.963 9121.285 152.407, 3116.008 9071.129 151.903, 3160.607 9038.757 151.427, 3214.247 8998.718 149.122, 3279.424 8946.498 146.997, 3347.103 8888.311 145.079, 3417.172 8824.047 143.353, 3462.37 8782.509 122.407, 3508.228 8741.991 100.014</trace>
</ink>
</file>

<file path=ppt/ink/ink118.xml><?xml version="1.0" encoding="utf-8"?>
<ink xmlns="http://www.w3.org/2003/InkML">
  <definitions>
    <brush xml:id="br1">
      <brushProperty name="color" value="#330066"/>
      <brushProperty name="width" value="0.05953125" units="cm"/>
      <brushProperty name="tip" value="ellipse"/>
      <brushProperty name="fitToCurve" value="1"/>
      <brushProperty name="height" value="0.0595312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2157.013 10500.476 186.486, 2232.832 10446.876 192.117, 2319.236 10385.898 193.238, 2389.809 10334.967 194.335, 2435.682 10301.861 195.132, 2497.997 10256.547 196.476, 2578.18 10198.008 197.671, 2630.3 10159.957 198.738, 2696.675 10113.69 200.488, 2789.366 10051.363 202.097, 2849.167 10011.183 203.535, 2929.987 9960.512 204.859, 3035.709 9893.521 205.846, 3103.966 9850.32 206.707, 3191.414 9796.181 207.51, 3310.927 9726.556 208.034, 3388.077 9681.689 208.477, 3489.24 9623.066 207.94, 3618.42 9554.276 207.071, 3754.244 9481.295 196.197, 3902.993 9398.348 186.411, 3999.116 9344.762 177.593, 4108.486 9281.687 169.667, 4238.53 9202.538 162.534, 4322.479 9151.438 136.667, 4381.402 9117.047 105.912, 4429.217 9087.169 90.112</trace>
</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57" name="Shape 2"/>
        <p:cNvGrpSpPr/>
        <p:nvPr/>
      </p:nvGrpSpPr>
      <p:grpSpPr>
        <a:xfrm>
          <a:off x="0" y="0"/>
          <a:ext cx="0" cy="0"/>
          <a:chOff x="0" y="0"/>
          <a:chExt cx="0" cy="0"/>
        </a:xfrm>
      </p:grpSpPr>
      <p:sp>
        <p:nvSpPr>
          <p:cNvPr id="1048668" name="Google Shape;3;n"/>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69" name="Google Shape;4;n"/>
          <p:cNvSpPr txBox="1"/>
          <p:nvPr>
            <p:ph type="body" idx="1"/>
          </p:nvPr>
        </p:nvSpPr>
        <p:spPr>
          <a:xfrm>
            <a:off x="685800" y="4343400"/>
            <a:ext cx="5486400" cy="4114800"/>
          </a:xfrm>
          <a:prstGeom prst="rect"/>
          <a:noFill/>
          <a:ln>
            <a:noFill/>
          </a:ln>
        </p:spPr>
        <p:txBody>
          <a:bodyPr anchor="t" anchorCtr="0" bIns="91425" lIns="91425" rIns="91425" spcFirstLastPara="1" tIns="91425" wrap="square">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hlink="hlink" folHlink="folHlink"/>
  <p:notes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7" name="Shape 80"/>
        <p:cNvGrpSpPr/>
        <p:nvPr/>
      </p:nvGrpSpPr>
      <p:grpSpPr>
        <a:xfrm>
          <a:off x="0" y="0"/>
          <a:ext cx="0" cy="0"/>
          <a:chOff x="0" y="0"/>
          <a:chExt cx="0" cy="0"/>
        </a:xfrm>
      </p:grpSpPr>
      <p:sp>
        <p:nvSpPr>
          <p:cNvPr id="1048618" name="Google Shape;81;p1:notes"/>
          <p:cNvSpPr txBox="1"/>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r>
              <a:t/>
            </a:r>
          </a:p>
        </p:txBody>
      </p:sp>
      <p:sp>
        <p:nvSpPr>
          <p:cNvPr id="1048619" name="Google Shape;82;p1:notes"/>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3" name="Shape 90"/>
        <p:cNvGrpSpPr/>
        <p:nvPr/>
      </p:nvGrpSpPr>
      <p:grpSpPr>
        <a:xfrm>
          <a:off x="0" y="0"/>
          <a:ext cx="0" cy="0"/>
          <a:chOff x="0" y="0"/>
          <a:chExt cx="0" cy="0"/>
        </a:xfrm>
      </p:grpSpPr>
      <p:sp>
        <p:nvSpPr>
          <p:cNvPr id="1048608" name="Google Shape;91;p2:notes"/>
          <p:cNvSpPr txBox="1"/>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r>
              <a:t/>
            </a:r>
          </a:p>
        </p:txBody>
      </p:sp>
      <p:sp>
        <p:nvSpPr>
          <p:cNvPr id="1048609" name="Google Shape;92;p2:notes"/>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 name="Shape 99"/>
        <p:cNvGrpSpPr/>
        <p:nvPr/>
      </p:nvGrpSpPr>
      <p:grpSpPr>
        <a:xfrm>
          <a:off x="0" y="0"/>
          <a:ext cx="0" cy="0"/>
          <a:chOff x="0" y="0"/>
          <a:chExt cx="0" cy="0"/>
        </a:xfrm>
      </p:grpSpPr>
      <p:sp>
        <p:nvSpPr>
          <p:cNvPr id="1048601" name="Google Shape;100;p3:notes"/>
          <p:cNvSpPr txBox="1"/>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r>
              <a:t/>
            </a:r>
          </a:p>
        </p:txBody>
      </p:sp>
      <p:sp>
        <p:nvSpPr>
          <p:cNvPr id="1048602" name="Google Shape;101;p3:notes"/>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 name="Shape 105"/>
        <p:cNvGrpSpPr/>
        <p:nvPr/>
      </p:nvGrpSpPr>
      <p:grpSpPr>
        <a:xfrm>
          <a:off x="0" y="0"/>
          <a:ext cx="0" cy="0"/>
          <a:chOff x="0" y="0"/>
          <a:chExt cx="0" cy="0"/>
        </a:xfrm>
      </p:grpSpPr>
      <p:sp>
        <p:nvSpPr>
          <p:cNvPr id="1048593" name="Google Shape;106;p4:notes"/>
          <p:cNvSpPr txBox="1"/>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r>
              <a:t/>
            </a:r>
          </a:p>
        </p:txBody>
      </p:sp>
      <p:sp>
        <p:nvSpPr>
          <p:cNvPr id="1048594" name="Google Shape;107;p4:notes"/>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 name="Shape 114"/>
        <p:cNvGrpSpPr/>
        <p:nvPr/>
      </p:nvGrpSpPr>
      <p:grpSpPr>
        <a:xfrm>
          <a:off x="0" y="0"/>
          <a:ext cx="0" cy="0"/>
          <a:chOff x="0" y="0"/>
          <a:chExt cx="0" cy="0"/>
        </a:xfrm>
      </p:grpSpPr>
      <p:sp>
        <p:nvSpPr>
          <p:cNvPr id="1048586" name="Google Shape;115;p5:notes"/>
          <p:cNvSpPr txBox="1"/>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r>
              <a:t/>
            </a:r>
          </a:p>
        </p:txBody>
      </p:sp>
      <p:sp>
        <p:nvSpPr>
          <p:cNvPr id="1048587" name="Google Shape;116;p5:notes"/>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 name="Shape 120"/>
        <p:cNvGrpSpPr/>
        <p:nvPr/>
      </p:nvGrpSpPr>
      <p:grpSpPr>
        <a:xfrm>
          <a:off x="0" y="0"/>
          <a:ext cx="0" cy="0"/>
          <a:chOff x="0" y="0"/>
          <a:chExt cx="0" cy="0"/>
        </a:xfrm>
      </p:grpSpPr>
      <p:sp>
        <p:nvSpPr>
          <p:cNvPr id="1048588" name="Google Shape;121;p6:notes"/>
          <p:cNvSpPr txBox="1"/>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r>
              <a:t/>
            </a:r>
          </a:p>
        </p:txBody>
      </p:sp>
      <p:sp>
        <p:nvSpPr>
          <p:cNvPr id="1048589" name="Google Shape;122;p6:notes"/>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 name="Shape 125"/>
        <p:cNvGrpSpPr/>
        <p:nvPr/>
      </p:nvGrpSpPr>
      <p:grpSpPr>
        <a:xfrm>
          <a:off x="0" y="0"/>
          <a:ext cx="0" cy="0"/>
          <a:chOff x="0" y="0"/>
          <a:chExt cx="0" cy="0"/>
        </a:xfrm>
      </p:grpSpPr>
      <p:sp>
        <p:nvSpPr>
          <p:cNvPr id="1048599" name="Google Shape;126;p7:notes"/>
          <p:cNvSpPr txBox="1"/>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r>
              <a:t/>
            </a:r>
          </a:p>
        </p:txBody>
      </p:sp>
      <p:sp>
        <p:nvSpPr>
          <p:cNvPr id="1048600" name="Google Shape;127;p7:notes"/>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 name="Shape 137"/>
        <p:cNvGrpSpPr/>
        <p:nvPr/>
      </p:nvGrpSpPr>
      <p:grpSpPr>
        <a:xfrm>
          <a:off x="0" y="0"/>
          <a:ext cx="0" cy="0"/>
          <a:chOff x="0" y="0"/>
          <a:chExt cx="0" cy="0"/>
        </a:xfrm>
      </p:grpSpPr>
      <p:sp>
        <p:nvSpPr>
          <p:cNvPr id="1048603" name="Google Shape;138;p8:notes"/>
          <p:cNvSpPr txBox="1"/>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r>
              <a:t/>
            </a:r>
          </a:p>
        </p:txBody>
      </p:sp>
      <p:sp>
        <p:nvSpPr>
          <p:cNvPr id="1048604" name="Google Shape;139;p8:notes"/>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44" name="Shape 11"/>
        <p:cNvGrpSpPr/>
        <p:nvPr/>
      </p:nvGrpSpPr>
      <p:grpSpPr>
        <a:xfrm>
          <a:off x="0" y="0"/>
          <a:ext cx="0" cy="0"/>
          <a:chOff x="0" y="0"/>
          <a:chExt cx="0" cy="0"/>
        </a:xfrm>
      </p:grpSpPr>
      <p:sp>
        <p:nvSpPr>
          <p:cNvPr id="1048610" name="Google Shape;12;p2"/>
          <p:cNvSpPr txBox="1"/>
          <p:nvPr>
            <p:ph type="ctrTitle"/>
          </p:nvPr>
        </p:nvSpPr>
        <p:spPr>
          <a:xfrm>
            <a:off x="1524000" y="1122363"/>
            <a:ext cx="9144000" cy="2387600"/>
          </a:xfrm>
          <a:prstGeom prst="rect"/>
          <a:noFill/>
          <a:ln>
            <a:noFill/>
          </a:ln>
        </p:spPr>
        <p:txBody>
          <a:bodyPr anchor="b" anchorCtr="0" bIns="45700" lIns="91425" rIns="91425" spcFirstLastPara="1" tIns="45700" wrap="square">
            <a:normAutofit/>
          </a:bodyPr>
          <a:lstStyle>
            <a:lvl1pPr algn="ctr" lvl="0">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11" name="Google Shape;13;p2"/>
          <p:cNvSpPr txBox="1"/>
          <p:nvPr>
            <p:ph type="subTitle" idx="1"/>
          </p:nvPr>
        </p:nvSpPr>
        <p:spPr>
          <a:xfrm>
            <a:off x="1524000" y="3602038"/>
            <a:ext cx="9144000" cy="1655762"/>
          </a:xfrm>
          <a:prstGeom prst="rect"/>
          <a:noFill/>
          <a:ln>
            <a:noFill/>
          </a:ln>
        </p:spPr>
        <p:txBody>
          <a:bodyPr anchor="t" anchorCtr="0" bIns="45700" lIns="91425" rIns="91425" spcFirstLastPara="1" tIns="45700" wrap="square">
            <a:normAutofit/>
          </a:bodyPr>
          <a:lstStyle>
            <a:lvl1pPr algn="ctr" lvl="0">
              <a:lnSpc>
                <a:spcPct val="90000"/>
              </a:lnSpc>
              <a:spcBef>
                <a:spcPts val="1000"/>
              </a:spcBef>
              <a:spcAft>
                <a:spcPts val="0"/>
              </a:spcAft>
              <a:buClr>
                <a:schemeClr val="dk1"/>
              </a:buClr>
              <a:buSzPts val="2400"/>
              <a:buNone/>
              <a:defRPr sz="2400"/>
            </a:lvl1pPr>
            <a:lvl2pPr algn="ctr" lvl="1">
              <a:lnSpc>
                <a:spcPct val="90000"/>
              </a:lnSpc>
              <a:spcBef>
                <a:spcPts val="500"/>
              </a:spcBef>
              <a:spcAft>
                <a:spcPts val="0"/>
              </a:spcAft>
              <a:buClr>
                <a:schemeClr val="dk1"/>
              </a:buClr>
              <a:buSzPts val="2000"/>
              <a:buNone/>
              <a:defRPr sz="2000"/>
            </a:lvl2pPr>
            <a:lvl3pPr algn="ctr" lvl="2">
              <a:lnSpc>
                <a:spcPct val="90000"/>
              </a:lnSpc>
              <a:spcBef>
                <a:spcPts val="500"/>
              </a:spcBef>
              <a:spcAft>
                <a:spcPts val="0"/>
              </a:spcAft>
              <a:buClr>
                <a:schemeClr val="dk1"/>
              </a:buClr>
              <a:buSzPts val="1800"/>
              <a:buNone/>
              <a:defRPr sz="1800"/>
            </a:lvl3pPr>
            <a:lvl4pPr algn="ctr" lvl="3">
              <a:lnSpc>
                <a:spcPct val="90000"/>
              </a:lnSpc>
              <a:spcBef>
                <a:spcPts val="500"/>
              </a:spcBef>
              <a:spcAft>
                <a:spcPts val="0"/>
              </a:spcAft>
              <a:buClr>
                <a:schemeClr val="dk1"/>
              </a:buClr>
              <a:buSzPts val="1600"/>
              <a:buNone/>
              <a:defRPr sz="1600"/>
            </a:lvl4pPr>
            <a:lvl5pPr algn="ctr" lvl="4">
              <a:lnSpc>
                <a:spcPct val="90000"/>
              </a:lnSpc>
              <a:spcBef>
                <a:spcPts val="500"/>
              </a:spcBef>
              <a:spcAft>
                <a:spcPts val="0"/>
              </a:spcAft>
              <a:buClr>
                <a:schemeClr val="dk1"/>
              </a:buClr>
              <a:buSzPts val="1600"/>
              <a:buNone/>
              <a:defRPr sz="1600"/>
            </a:lvl5pPr>
            <a:lvl6pPr algn="ctr" lvl="5">
              <a:lnSpc>
                <a:spcPct val="90000"/>
              </a:lnSpc>
              <a:spcBef>
                <a:spcPts val="500"/>
              </a:spcBef>
              <a:spcAft>
                <a:spcPts val="0"/>
              </a:spcAft>
              <a:buClr>
                <a:schemeClr val="dk1"/>
              </a:buClr>
              <a:buSzPts val="1600"/>
              <a:buNone/>
              <a:defRPr sz="1600"/>
            </a:lvl6pPr>
            <a:lvl7pPr algn="ctr" lvl="6">
              <a:lnSpc>
                <a:spcPct val="90000"/>
              </a:lnSpc>
              <a:spcBef>
                <a:spcPts val="500"/>
              </a:spcBef>
              <a:spcAft>
                <a:spcPts val="0"/>
              </a:spcAft>
              <a:buClr>
                <a:schemeClr val="dk1"/>
              </a:buClr>
              <a:buSzPts val="1600"/>
              <a:buNone/>
              <a:defRPr sz="1600"/>
            </a:lvl7pPr>
            <a:lvl8pPr algn="ctr" lvl="7">
              <a:lnSpc>
                <a:spcPct val="90000"/>
              </a:lnSpc>
              <a:spcBef>
                <a:spcPts val="500"/>
              </a:spcBef>
              <a:spcAft>
                <a:spcPts val="0"/>
              </a:spcAft>
              <a:buClr>
                <a:schemeClr val="dk1"/>
              </a:buClr>
              <a:buSzPts val="1600"/>
              <a:buNone/>
              <a:defRPr sz="1600"/>
            </a:lvl8pPr>
            <a:lvl9pPr algn="ctr" lvl="8">
              <a:lnSpc>
                <a:spcPct val="90000"/>
              </a:lnSpc>
              <a:spcBef>
                <a:spcPts val="500"/>
              </a:spcBef>
              <a:spcAft>
                <a:spcPts val="0"/>
              </a:spcAft>
              <a:buClr>
                <a:schemeClr val="dk1"/>
              </a:buClr>
              <a:buSzPts val="1600"/>
              <a:buNone/>
              <a:defRPr sz="1600"/>
            </a:lvl9pPr>
          </a:lstStyle>
          <a:p/>
        </p:txBody>
      </p:sp>
      <p:sp>
        <p:nvSpPr>
          <p:cNvPr id="1048612" name="Google Shape;14;p2"/>
          <p:cNvSpPr txBox="1"/>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13" name="Google Shape;15;p2"/>
          <p:cNvSpPr txBox="1"/>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14" name="Google Shape;16;p2"/>
          <p:cNvSpPr txBox="1"/>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US"/>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22" name="Shape 17"/>
        <p:cNvGrpSpPr/>
        <p:nvPr/>
      </p:nvGrpSpPr>
      <p:grpSpPr>
        <a:xfrm>
          <a:off x="0" y="0"/>
          <a:ext cx="0" cy="0"/>
          <a:chOff x="0" y="0"/>
          <a:chExt cx="0" cy="0"/>
        </a:xfrm>
      </p:grpSpPr>
      <p:sp>
        <p:nvSpPr>
          <p:cNvPr id="1048581" name="Google Shape;18;p3"/>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lstStyle>
            <a:lvl1pPr algn="l" lvl="0">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582" name="Google Shape;19;p3"/>
          <p:cNvSpPr txBox="1"/>
          <p:nvPr>
            <p:ph type="body" idx="1"/>
          </p:nvPr>
        </p:nvSpPr>
        <p:spPr>
          <a:xfrm>
            <a:off x="838200" y="1825625"/>
            <a:ext cx="10515600" cy="4351338"/>
          </a:xfrm>
          <a:prstGeom prst="rect"/>
          <a:noFill/>
          <a:ln>
            <a:noFill/>
          </a:ln>
        </p:spPr>
        <p:txBody>
          <a:bodyPr anchor="t" anchorCtr="0" bIns="45700" lIns="91425" rIns="91425" spcFirstLastPara="1" tIns="45700" wrap="square">
            <a:normAutofit/>
          </a:bodyPr>
          <a:lstStyle>
            <a:lvl1pPr algn="l" indent="-342900" lvl="0" marL="457200">
              <a:lnSpc>
                <a:spcPct val="90000"/>
              </a:lnSpc>
              <a:spcBef>
                <a:spcPts val="1000"/>
              </a:spcBef>
              <a:spcAft>
                <a:spcPts val="0"/>
              </a:spcAft>
              <a:buClr>
                <a:schemeClr val="dk1"/>
              </a:buClr>
              <a:buSzPts val="1800"/>
              <a:buChar char="•"/>
            </a:lvl1pPr>
            <a:lvl2pPr algn="l" indent="-342900" lvl="1" marL="914400">
              <a:lnSpc>
                <a:spcPct val="90000"/>
              </a:lnSpc>
              <a:spcBef>
                <a:spcPts val="500"/>
              </a:spcBef>
              <a:spcAft>
                <a:spcPts val="0"/>
              </a:spcAft>
              <a:buClr>
                <a:schemeClr val="dk1"/>
              </a:buClr>
              <a:buSzPts val="1800"/>
              <a:buChar char="•"/>
            </a:lvl2pPr>
            <a:lvl3pPr algn="l" indent="-342900" lvl="2" marL="1371600">
              <a:lnSpc>
                <a:spcPct val="90000"/>
              </a:lnSpc>
              <a:spcBef>
                <a:spcPts val="500"/>
              </a:spcBef>
              <a:spcAft>
                <a:spcPts val="0"/>
              </a:spcAft>
              <a:buClr>
                <a:schemeClr val="dk1"/>
              </a:buClr>
              <a:buSzPts val="1800"/>
              <a:buChar char="•"/>
            </a:lvl3pPr>
            <a:lvl4pPr algn="l" indent="-342900" lvl="3" marL="1828800">
              <a:lnSpc>
                <a:spcPct val="90000"/>
              </a:lnSpc>
              <a:spcBef>
                <a:spcPts val="500"/>
              </a:spcBef>
              <a:spcAft>
                <a:spcPts val="0"/>
              </a:spcAft>
              <a:buClr>
                <a:schemeClr val="dk1"/>
              </a:buClr>
              <a:buSzPts val="1800"/>
              <a:buChar char="•"/>
            </a:lvl4pPr>
            <a:lvl5pPr algn="l" indent="-342900" lvl="4" marL="2286000">
              <a:lnSpc>
                <a:spcPct val="90000"/>
              </a:lnSpc>
              <a:spcBef>
                <a:spcPts val="500"/>
              </a:spcBef>
              <a:spcAft>
                <a:spcPts val="0"/>
              </a:spcAft>
              <a:buClr>
                <a:schemeClr val="dk1"/>
              </a:buClr>
              <a:buSzPts val="1800"/>
              <a:buChar char="•"/>
            </a:lvl5pPr>
            <a:lvl6pPr algn="l" indent="-342900" lvl="5" marL="2743200">
              <a:lnSpc>
                <a:spcPct val="90000"/>
              </a:lnSpc>
              <a:spcBef>
                <a:spcPts val="500"/>
              </a:spcBef>
              <a:spcAft>
                <a:spcPts val="0"/>
              </a:spcAft>
              <a:buClr>
                <a:schemeClr val="dk1"/>
              </a:buClr>
              <a:buSzPts val="1800"/>
              <a:buChar char="•"/>
            </a:lvl6pPr>
            <a:lvl7pPr algn="l" indent="-342900" lvl="6" marL="3200400">
              <a:lnSpc>
                <a:spcPct val="90000"/>
              </a:lnSpc>
              <a:spcBef>
                <a:spcPts val="500"/>
              </a:spcBef>
              <a:spcAft>
                <a:spcPts val="0"/>
              </a:spcAft>
              <a:buClr>
                <a:schemeClr val="dk1"/>
              </a:buClr>
              <a:buSzPts val="1800"/>
              <a:buChar char="•"/>
            </a:lvl7pPr>
            <a:lvl8pPr algn="l" indent="-342900" lvl="7" marL="3657600">
              <a:lnSpc>
                <a:spcPct val="90000"/>
              </a:lnSpc>
              <a:spcBef>
                <a:spcPts val="500"/>
              </a:spcBef>
              <a:spcAft>
                <a:spcPts val="0"/>
              </a:spcAft>
              <a:buClr>
                <a:schemeClr val="dk1"/>
              </a:buClr>
              <a:buSzPts val="1800"/>
              <a:buChar char="•"/>
            </a:lvl8pPr>
            <a:lvl9pPr algn="l" indent="-342900" lvl="8" marL="4114800">
              <a:lnSpc>
                <a:spcPct val="90000"/>
              </a:lnSpc>
              <a:spcBef>
                <a:spcPts val="500"/>
              </a:spcBef>
              <a:spcAft>
                <a:spcPts val="0"/>
              </a:spcAft>
              <a:buClr>
                <a:schemeClr val="dk1"/>
              </a:buClr>
              <a:buSzPts val="1800"/>
              <a:buChar char="•"/>
            </a:lvl9pPr>
          </a:lstStyle>
          <a:p/>
        </p:txBody>
      </p:sp>
      <p:sp>
        <p:nvSpPr>
          <p:cNvPr id="1048583" name="Google Shape;20;p3"/>
          <p:cNvSpPr txBox="1"/>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584" name="Google Shape;21;p3"/>
          <p:cNvSpPr txBox="1"/>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585" name="Google Shape;22;p3"/>
          <p:cNvSpPr txBox="1"/>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US"/>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52" name="Shape 23"/>
        <p:cNvGrpSpPr/>
        <p:nvPr/>
      </p:nvGrpSpPr>
      <p:grpSpPr>
        <a:xfrm>
          <a:off x="0" y="0"/>
          <a:ext cx="0" cy="0"/>
          <a:chOff x="0" y="0"/>
          <a:chExt cx="0" cy="0"/>
        </a:xfrm>
      </p:grpSpPr>
      <p:sp>
        <p:nvSpPr>
          <p:cNvPr id="1048640" name="Google Shape;24;p4"/>
          <p:cNvSpPr txBox="1"/>
          <p:nvPr>
            <p:ph type="title"/>
          </p:nvPr>
        </p:nvSpPr>
        <p:spPr>
          <a:xfrm>
            <a:off x="831850" y="1709738"/>
            <a:ext cx="10515600" cy="2852737"/>
          </a:xfrm>
          <a:prstGeom prst="rect"/>
          <a:noFill/>
          <a:ln>
            <a:noFill/>
          </a:ln>
        </p:spPr>
        <p:txBody>
          <a:bodyPr anchor="b" anchorCtr="0" bIns="45700" lIns="91425" rIns="91425" spcFirstLastPara="1" tIns="45700" wrap="square">
            <a:normAutofit/>
          </a:bodyPr>
          <a:lstStyle>
            <a:lvl1pPr algn="l" lvl="0">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41" name="Google Shape;25;p4"/>
          <p:cNvSpPr txBox="1"/>
          <p:nvPr>
            <p:ph type="body" idx="1"/>
          </p:nvPr>
        </p:nvSpPr>
        <p:spPr>
          <a:xfrm>
            <a:off x="831850" y="4589463"/>
            <a:ext cx="10515600" cy="1500187"/>
          </a:xfrm>
          <a:prstGeom prst="rect"/>
          <a:noFill/>
          <a:ln>
            <a:noFill/>
          </a:ln>
        </p:spPr>
        <p:txBody>
          <a:bodyPr anchor="t" anchorCtr="0" bIns="45700" lIns="91425" rIns="91425" spcFirstLastPara="1" tIns="45700" wrap="square">
            <a:normAutofit/>
          </a:bodyPr>
          <a:lstStyle>
            <a:lvl1pPr algn="l" indent="-228600" lvl="0" marL="457200">
              <a:lnSpc>
                <a:spcPct val="90000"/>
              </a:lnSpc>
              <a:spcBef>
                <a:spcPts val="1000"/>
              </a:spcBef>
              <a:spcAft>
                <a:spcPts val="0"/>
              </a:spcAft>
              <a:buClr>
                <a:srgbClr val="888888"/>
              </a:buClr>
              <a:buSzPts val="2400"/>
              <a:buNone/>
              <a:defRPr sz="2400">
                <a:solidFill>
                  <a:srgbClr val="888888"/>
                </a:solidFill>
              </a:defRPr>
            </a:lvl1pPr>
            <a:lvl2pPr algn="l" indent="-228600" lvl="1" marL="914400">
              <a:lnSpc>
                <a:spcPct val="90000"/>
              </a:lnSpc>
              <a:spcBef>
                <a:spcPts val="500"/>
              </a:spcBef>
              <a:spcAft>
                <a:spcPts val="0"/>
              </a:spcAft>
              <a:buClr>
                <a:srgbClr val="888888"/>
              </a:buClr>
              <a:buSzPts val="2000"/>
              <a:buNone/>
              <a:defRPr sz="2000">
                <a:solidFill>
                  <a:srgbClr val="888888"/>
                </a:solidFill>
              </a:defRPr>
            </a:lvl2pPr>
            <a:lvl3pPr algn="l" indent="-228600" lvl="2" marL="1371600">
              <a:lnSpc>
                <a:spcPct val="90000"/>
              </a:lnSpc>
              <a:spcBef>
                <a:spcPts val="500"/>
              </a:spcBef>
              <a:spcAft>
                <a:spcPts val="0"/>
              </a:spcAft>
              <a:buClr>
                <a:srgbClr val="888888"/>
              </a:buClr>
              <a:buSzPts val="1800"/>
              <a:buNone/>
              <a:defRPr sz="1800">
                <a:solidFill>
                  <a:srgbClr val="888888"/>
                </a:solidFill>
              </a:defRPr>
            </a:lvl3pPr>
            <a:lvl4pPr algn="l" indent="-228600" lvl="3" marL="1828800">
              <a:lnSpc>
                <a:spcPct val="90000"/>
              </a:lnSpc>
              <a:spcBef>
                <a:spcPts val="500"/>
              </a:spcBef>
              <a:spcAft>
                <a:spcPts val="0"/>
              </a:spcAft>
              <a:buClr>
                <a:srgbClr val="888888"/>
              </a:buClr>
              <a:buSzPts val="1600"/>
              <a:buNone/>
              <a:defRPr sz="1600">
                <a:solidFill>
                  <a:srgbClr val="888888"/>
                </a:solidFill>
              </a:defRPr>
            </a:lvl4pPr>
            <a:lvl5pPr algn="l" indent="-228600" lvl="4" marL="2286000">
              <a:lnSpc>
                <a:spcPct val="90000"/>
              </a:lnSpc>
              <a:spcBef>
                <a:spcPts val="500"/>
              </a:spcBef>
              <a:spcAft>
                <a:spcPts val="0"/>
              </a:spcAft>
              <a:buClr>
                <a:srgbClr val="888888"/>
              </a:buClr>
              <a:buSzPts val="1600"/>
              <a:buNone/>
              <a:defRPr sz="1600">
                <a:solidFill>
                  <a:srgbClr val="888888"/>
                </a:solidFill>
              </a:defRPr>
            </a:lvl5pPr>
            <a:lvl6pPr algn="l" indent="-228600" lvl="5" marL="2743200">
              <a:lnSpc>
                <a:spcPct val="90000"/>
              </a:lnSpc>
              <a:spcBef>
                <a:spcPts val="500"/>
              </a:spcBef>
              <a:spcAft>
                <a:spcPts val="0"/>
              </a:spcAft>
              <a:buClr>
                <a:srgbClr val="888888"/>
              </a:buClr>
              <a:buSzPts val="1600"/>
              <a:buNone/>
              <a:defRPr sz="1600">
                <a:solidFill>
                  <a:srgbClr val="888888"/>
                </a:solidFill>
              </a:defRPr>
            </a:lvl6pPr>
            <a:lvl7pPr algn="l" indent="-228600" lvl="6" marL="3200400">
              <a:lnSpc>
                <a:spcPct val="90000"/>
              </a:lnSpc>
              <a:spcBef>
                <a:spcPts val="500"/>
              </a:spcBef>
              <a:spcAft>
                <a:spcPts val="0"/>
              </a:spcAft>
              <a:buClr>
                <a:srgbClr val="888888"/>
              </a:buClr>
              <a:buSzPts val="1600"/>
              <a:buNone/>
              <a:defRPr sz="1600">
                <a:solidFill>
                  <a:srgbClr val="888888"/>
                </a:solidFill>
              </a:defRPr>
            </a:lvl7pPr>
            <a:lvl8pPr algn="l" indent="-228600" lvl="7" marL="3657600">
              <a:lnSpc>
                <a:spcPct val="90000"/>
              </a:lnSpc>
              <a:spcBef>
                <a:spcPts val="500"/>
              </a:spcBef>
              <a:spcAft>
                <a:spcPts val="0"/>
              </a:spcAft>
              <a:buClr>
                <a:srgbClr val="888888"/>
              </a:buClr>
              <a:buSzPts val="1600"/>
              <a:buNone/>
              <a:defRPr sz="1600">
                <a:solidFill>
                  <a:srgbClr val="888888"/>
                </a:solidFill>
              </a:defRPr>
            </a:lvl8pPr>
            <a:lvl9pPr algn="l" indent="-228600" lvl="8" marL="4114800">
              <a:lnSpc>
                <a:spcPct val="90000"/>
              </a:lnSpc>
              <a:spcBef>
                <a:spcPts val="500"/>
              </a:spcBef>
              <a:spcAft>
                <a:spcPts val="0"/>
              </a:spcAft>
              <a:buClr>
                <a:srgbClr val="888888"/>
              </a:buClr>
              <a:buSzPts val="1600"/>
              <a:buNone/>
              <a:defRPr sz="1600">
                <a:solidFill>
                  <a:srgbClr val="888888"/>
                </a:solidFill>
              </a:defRPr>
            </a:lvl9pPr>
          </a:lstStyle>
          <a:p/>
        </p:txBody>
      </p:sp>
      <p:sp>
        <p:nvSpPr>
          <p:cNvPr id="1048642" name="Google Shape;26;p4"/>
          <p:cNvSpPr txBox="1"/>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43" name="Google Shape;27;p4"/>
          <p:cNvSpPr txBox="1"/>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44" name="Google Shape;28;p4"/>
          <p:cNvSpPr txBox="1"/>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US"/>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53" name="Shape 29"/>
        <p:cNvGrpSpPr/>
        <p:nvPr/>
      </p:nvGrpSpPr>
      <p:grpSpPr>
        <a:xfrm>
          <a:off x="0" y="0"/>
          <a:ext cx="0" cy="0"/>
          <a:chOff x="0" y="0"/>
          <a:chExt cx="0" cy="0"/>
        </a:xfrm>
      </p:grpSpPr>
      <p:sp>
        <p:nvSpPr>
          <p:cNvPr id="1048645" name="Google Shape;30;p5"/>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lstStyle>
            <a:lvl1pPr algn="l" lvl="0">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46" name="Google Shape;31;p5"/>
          <p:cNvSpPr txBox="1"/>
          <p:nvPr>
            <p:ph type="body" idx="1"/>
          </p:nvPr>
        </p:nvSpPr>
        <p:spPr>
          <a:xfrm>
            <a:off x="838200" y="1825625"/>
            <a:ext cx="5181600" cy="4351338"/>
          </a:xfrm>
          <a:prstGeom prst="rect"/>
          <a:noFill/>
          <a:ln>
            <a:noFill/>
          </a:ln>
        </p:spPr>
        <p:txBody>
          <a:bodyPr anchor="t" anchorCtr="0" bIns="45700" lIns="91425" rIns="91425" spcFirstLastPara="1" tIns="45700" wrap="square">
            <a:normAutofit/>
          </a:bodyPr>
          <a:lstStyle>
            <a:lvl1pPr algn="l" indent="-342900" lvl="0" marL="457200">
              <a:lnSpc>
                <a:spcPct val="90000"/>
              </a:lnSpc>
              <a:spcBef>
                <a:spcPts val="1000"/>
              </a:spcBef>
              <a:spcAft>
                <a:spcPts val="0"/>
              </a:spcAft>
              <a:buClr>
                <a:schemeClr val="dk1"/>
              </a:buClr>
              <a:buSzPts val="1800"/>
              <a:buChar char="•"/>
            </a:lvl1pPr>
            <a:lvl2pPr algn="l" indent="-342900" lvl="1" marL="914400">
              <a:lnSpc>
                <a:spcPct val="90000"/>
              </a:lnSpc>
              <a:spcBef>
                <a:spcPts val="500"/>
              </a:spcBef>
              <a:spcAft>
                <a:spcPts val="0"/>
              </a:spcAft>
              <a:buClr>
                <a:schemeClr val="dk1"/>
              </a:buClr>
              <a:buSzPts val="1800"/>
              <a:buChar char="•"/>
            </a:lvl2pPr>
            <a:lvl3pPr algn="l" indent="-342900" lvl="2" marL="1371600">
              <a:lnSpc>
                <a:spcPct val="90000"/>
              </a:lnSpc>
              <a:spcBef>
                <a:spcPts val="500"/>
              </a:spcBef>
              <a:spcAft>
                <a:spcPts val="0"/>
              </a:spcAft>
              <a:buClr>
                <a:schemeClr val="dk1"/>
              </a:buClr>
              <a:buSzPts val="1800"/>
              <a:buChar char="•"/>
            </a:lvl3pPr>
            <a:lvl4pPr algn="l" indent="-342900" lvl="3" marL="1828800">
              <a:lnSpc>
                <a:spcPct val="90000"/>
              </a:lnSpc>
              <a:spcBef>
                <a:spcPts val="500"/>
              </a:spcBef>
              <a:spcAft>
                <a:spcPts val="0"/>
              </a:spcAft>
              <a:buClr>
                <a:schemeClr val="dk1"/>
              </a:buClr>
              <a:buSzPts val="1800"/>
              <a:buChar char="•"/>
            </a:lvl4pPr>
            <a:lvl5pPr algn="l" indent="-342900" lvl="4" marL="2286000">
              <a:lnSpc>
                <a:spcPct val="90000"/>
              </a:lnSpc>
              <a:spcBef>
                <a:spcPts val="500"/>
              </a:spcBef>
              <a:spcAft>
                <a:spcPts val="0"/>
              </a:spcAft>
              <a:buClr>
                <a:schemeClr val="dk1"/>
              </a:buClr>
              <a:buSzPts val="1800"/>
              <a:buChar char="•"/>
            </a:lvl5pPr>
            <a:lvl6pPr algn="l" indent="-342900" lvl="5" marL="2743200">
              <a:lnSpc>
                <a:spcPct val="90000"/>
              </a:lnSpc>
              <a:spcBef>
                <a:spcPts val="500"/>
              </a:spcBef>
              <a:spcAft>
                <a:spcPts val="0"/>
              </a:spcAft>
              <a:buClr>
                <a:schemeClr val="dk1"/>
              </a:buClr>
              <a:buSzPts val="1800"/>
              <a:buChar char="•"/>
            </a:lvl6pPr>
            <a:lvl7pPr algn="l" indent="-342900" lvl="6" marL="3200400">
              <a:lnSpc>
                <a:spcPct val="90000"/>
              </a:lnSpc>
              <a:spcBef>
                <a:spcPts val="500"/>
              </a:spcBef>
              <a:spcAft>
                <a:spcPts val="0"/>
              </a:spcAft>
              <a:buClr>
                <a:schemeClr val="dk1"/>
              </a:buClr>
              <a:buSzPts val="1800"/>
              <a:buChar char="•"/>
            </a:lvl7pPr>
            <a:lvl8pPr algn="l" indent="-342900" lvl="7" marL="3657600">
              <a:lnSpc>
                <a:spcPct val="90000"/>
              </a:lnSpc>
              <a:spcBef>
                <a:spcPts val="500"/>
              </a:spcBef>
              <a:spcAft>
                <a:spcPts val="0"/>
              </a:spcAft>
              <a:buClr>
                <a:schemeClr val="dk1"/>
              </a:buClr>
              <a:buSzPts val="1800"/>
              <a:buChar char="•"/>
            </a:lvl8pPr>
            <a:lvl9pPr algn="l" indent="-342900" lvl="8" marL="4114800">
              <a:lnSpc>
                <a:spcPct val="90000"/>
              </a:lnSpc>
              <a:spcBef>
                <a:spcPts val="500"/>
              </a:spcBef>
              <a:spcAft>
                <a:spcPts val="0"/>
              </a:spcAft>
              <a:buClr>
                <a:schemeClr val="dk1"/>
              </a:buClr>
              <a:buSzPts val="1800"/>
              <a:buChar char="•"/>
            </a:lvl9pPr>
          </a:lstStyle>
          <a:p/>
        </p:txBody>
      </p:sp>
      <p:sp>
        <p:nvSpPr>
          <p:cNvPr id="1048647" name="Google Shape;32;p5"/>
          <p:cNvSpPr txBox="1"/>
          <p:nvPr>
            <p:ph type="body" idx="2"/>
          </p:nvPr>
        </p:nvSpPr>
        <p:spPr>
          <a:xfrm>
            <a:off x="6172200" y="1825625"/>
            <a:ext cx="5181600" cy="4351338"/>
          </a:xfrm>
          <a:prstGeom prst="rect"/>
          <a:noFill/>
          <a:ln>
            <a:noFill/>
          </a:ln>
        </p:spPr>
        <p:txBody>
          <a:bodyPr anchor="t" anchorCtr="0" bIns="45700" lIns="91425" rIns="91425" spcFirstLastPara="1" tIns="45700" wrap="square">
            <a:normAutofit/>
          </a:bodyPr>
          <a:lstStyle>
            <a:lvl1pPr algn="l" indent="-342900" lvl="0" marL="457200">
              <a:lnSpc>
                <a:spcPct val="90000"/>
              </a:lnSpc>
              <a:spcBef>
                <a:spcPts val="1000"/>
              </a:spcBef>
              <a:spcAft>
                <a:spcPts val="0"/>
              </a:spcAft>
              <a:buClr>
                <a:schemeClr val="dk1"/>
              </a:buClr>
              <a:buSzPts val="1800"/>
              <a:buChar char="•"/>
            </a:lvl1pPr>
            <a:lvl2pPr algn="l" indent="-342900" lvl="1" marL="914400">
              <a:lnSpc>
                <a:spcPct val="90000"/>
              </a:lnSpc>
              <a:spcBef>
                <a:spcPts val="500"/>
              </a:spcBef>
              <a:spcAft>
                <a:spcPts val="0"/>
              </a:spcAft>
              <a:buClr>
                <a:schemeClr val="dk1"/>
              </a:buClr>
              <a:buSzPts val="1800"/>
              <a:buChar char="•"/>
            </a:lvl2pPr>
            <a:lvl3pPr algn="l" indent="-342900" lvl="2" marL="1371600">
              <a:lnSpc>
                <a:spcPct val="90000"/>
              </a:lnSpc>
              <a:spcBef>
                <a:spcPts val="500"/>
              </a:spcBef>
              <a:spcAft>
                <a:spcPts val="0"/>
              </a:spcAft>
              <a:buClr>
                <a:schemeClr val="dk1"/>
              </a:buClr>
              <a:buSzPts val="1800"/>
              <a:buChar char="•"/>
            </a:lvl3pPr>
            <a:lvl4pPr algn="l" indent="-342900" lvl="3" marL="1828800">
              <a:lnSpc>
                <a:spcPct val="90000"/>
              </a:lnSpc>
              <a:spcBef>
                <a:spcPts val="500"/>
              </a:spcBef>
              <a:spcAft>
                <a:spcPts val="0"/>
              </a:spcAft>
              <a:buClr>
                <a:schemeClr val="dk1"/>
              </a:buClr>
              <a:buSzPts val="1800"/>
              <a:buChar char="•"/>
            </a:lvl4pPr>
            <a:lvl5pPr algn="l" indent="-342900" lvl="4" marL="2286000">
              <a:lnSpc>
                <a:spcPct val="90000"/>
              </a:lnSpc>
              <a:spcBef>
                <a:spcPts val="500"/>
              </a:spcBef>
              <a:spcAft>
                <a:spcPts val="0"/>
              </a:spcAft>
              <a:buClr>
                <a:schemeClr val="dk1"/>
              </a:buClr>
              <a:buSzPts val="1800"/>
              <a:buChar char="•"/>
            </a:lvl5pPr>
            <a:lvl6pPr algn="l" indent="-342900" lvl="5" marL="2743200">
              <a:lnSpc>
                <a:spcPct val="90000"/>
              </a:lnSpc>
              <a:spcBef>
                <a:spcPts val="500"/>
              </a:spcBef>
              <a:spcAft>
                <a:spcPts val="0"/>
              </a:spcAft>
              <a:buClr>
                <a:schemeClr val="dk1"/>
              </a:buClr>
              <a:buSzPts val="1800"/>
              <a:buChar char="•"/>
            </a:lvl6pPr>
            <a:lvl7pPr algn="l" indent="-342900" lvl="6" marL="3200400">
              <a:lnSpc>
                <a:spcPct val="90000"/>
              </a:lnSpc>
              <a:spcBef>
                <a:spcPts val="500"/>
              </a:spcBef>
              <a:spcAft>
                <a:spcPts val="0"/>
              </a:spcAft>
              <a:buClr>
                <a:schemeClr val="dk1"/>
              </a:buClr>
              <a:buSzPts val="1800"/>
              <a:buChar char="•"/>
            </a:lvl7pPr>
            <a:lvl8pPr algn="l" indent="-342900" lvl="7" marL="3657600">
              <a:lnSpc>
                <a:spcPct val="90000"/>
              </a:lnSpc>
              <a:spcBef>
                <a:spcPts val="500"/>
              </a:spcBef>
              <a:spcAft>
                <a:spcPts val="0"/>
              </a:spcAft>
              <a:buClr>
                <a:schemeClr val="dk1"/>
              </a:buClr>
              <a:buSzPts val="1800"/>
              <a:buChar char="•"/>
            </a:lvl8pPr>
            <a:lvl9pPr algn="l" indent="-342900" lvl="8" marL="4114800">
              <a:lnSpc>
                <a:spcPct val="90000"/>
              </a:lnSpc>
              <a:spcBef>
                <a:spcPts val="500"/>
              </a:spcBef>
              <a:spcAft>
                <a:spcPts val="0"/>
              </a:spcAft>
              <a:buClr>
                <a:schemeClr val="dk1"/>
              </a:buClr>
              <a:buSzPts val="1800"/>
              <a:buChar char="•"/>
            </a:lvl9pPr>
          </a:lstStyle>
          <a:p/>
        </p:txBody>
      </p:sp>
      <p:sp>
        <p:nvSpPr>
          <p:cNvPr id="1048648" name="Google Shape;33;p5"/>
          <p:cNvSpPr txBox="1"/>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49" name="Google Shape;34;p5"/>
          <p:cNvSpPr txBox="1"/>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50" name="Google Shape;35;p5"/>
          <p:cNvSpPr txBox="1"/>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US"/>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54" name="Shape 36"/>
        <p:cNvGrpSpPr/>
        <p:nvPr/>
      </p:nvGrpSpPr>
      <p:grpSpPr>
        <a:xfrm>
          <a:off x="0" y="0"/>
          <a:ext cx="0" cy="0"/>
          <a:chOff x="0" y="0"/>
          <a:chExt cx="0" cy="0"/>
        </a:xfrm>
      </p:grpSpPr>
      <p:sp>
        <p:nvSpPr>
          <p:cNvPr id="1048651" name="Google Shape;37;p6"/>
          <p:cNvSpPr txBox="1"/>
          <p:nvPr>
            <p:ph type="title"/>
          </p:nvPr>
        </p:nvSpPr>
        <p:spPr>
          <a:xfrm>
            <a:off x="839788" y="365125"/>
            <a:ext cx="10515600" cy="1325563"/>
          </a:xfrm>
          <a:prstGeom prst="rect"/>
          <a:noFill/>
          <a:ln>
            <a:noFill/>
          </a:ln>
        </p:spPr>
        <p:txBody>
          <a:bodyPr anchor="ctr" anchorCtr="0" bIns="45700" lIns="91425" rIns="91425" spcFirstLastPara="1" tIns="45700" wrap="square">
            <a:normAutofit/>
          </a:bodyPr>
          <a:lstStyle>
            <a:lvl1pPr algn="l" lvl="0">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52" name="Google Shape;38;p6"/>
          <p:cNvSpPr txBox="1"/>
          <p:nvPr>
            <p:ph type="body" idx="1"/>
          </p:nvPr>
        </p:nvSpPr>
        <p:spPr>
          <a:xfrm>
            <a:off x="839788" y="1681163"/>
            <a:ext cx="5157787" cy="823912"/>
          </a:xfrm>
          <a:prstGeom prst="rect"/>
          <a:noFill/>
          <a:ln>
            <a:noFill/>
          </a:ln>
        </p:spPr>
        <p:txBody>
          <a:bodyPr anchor="b" anchorCtr="0" bIns="45700" lIns="91425" rIns="91425" spcFirstLastPara="1" tIns="45700" wrap="square">
            <a:normAutofit/>
          </a:bodyPr>
          <a:lstStyle>
            <a:lvl1pPr algn="l" indent="-228600" lvl="0" marL="457200">
              <a:lnSpc>
                <a:spcPct val="90000"/>
              </a:lnSpc>
              <a:spcBef>
                <a:spcPts val="1000"/>
              </a:spcBef>
              <a:spcAft>
                <a:spcPts val="0"/>
              </a:spcAft>
              <a:buClr>
                <a:schemeClr val="dk1"/>
              </a:buClr>
              <a:buSzPts val="2400"/>
              <a:buNone/>
              <a:defRPr b="1" sz="2400"/>
            </a:lvl1pPr>
            <a:lvl2pPr algn="l" indent="-228600" lvl="1" marL="914400">
              <a:lnSpc>
                <a:spcPct val="90000"/>
              </a:lnSpc>
              <a:spcBef>
                <a:spcPts val="500"/>
              </a:spcBef>
              <a:spcAft>
                <a:spcPts val="0"/>
              </a:spcAft>
              <a:buClr>
                <a:schemeClr val="dk1"/>
              </a:buClr>
              <a:buSzPts val="2000"/>
              <a:buNone/>
              <a:defRPr b="1" sz="2000"/>
            </a:lvl2pPr>
            <a:lvl3pPr algn="l" indent="-228600" lvl="2" marL="1371600">
              <a:lnSpc>
                <a:spcPct val="90000"/>
              </a:lnSpc>
              <a:spcBef>
                <a:spcPts val="500"/>
              </a:spcBef>
              <a:spcAft>
                <a:spcPts val="0"/>
              </a:spcAft>
              <a:buClr>
                <a:schemeClr val="dk1"/>
              </a:buClr>
              <a:buSzPts val="1800"/>
              <a:buNone/>
              <a:defRPr b="1" sz="1800"/>
            </a:lvl3pPr>
            <a:lvl4pPr algn="l" indent="-228600" lvl="3" marL="1828800">
              <a:lnSpc>
                <a:spcPct val="90000"/>
              </a:lnSpc>
              <a:spcBef>
                <a:spcPts val="500"/>
              </a:spcBef>
              <a:spcAft>
                <a:spcPts val="0"/>
              </a:spcAft>
              <a:buClr>
                <a:schemeClr val="dk1"/>
              </a:buClr>
              <a:buSzPts val="1600"/>
              <a:buNone/>
              <a:defRPr b="1" sz="1600"/>
            </a:lvl4pPr>
            <a:lvl5pPr algn="l" indent="-228600" lvl="4" marL="2286000">
              <a:lnSpc>
                <a:spcPct val="90000"/>
              </a:lnSpc>
              <a:spcBef>
                <a:spcPts val="500"/>
              </a:spcBef>
              <a:spcAft>
                <a:spcPts val="0"/>
              </a:spcAft>
              <a:buClr>
                <a:schemeClr val="dk1"/>
              </a:buClr>
              <a:buSzPts val="1600"/>
              <a:buNone/>
              <a:defRPr b="1" sz="1600"/>
            </a:lvl5pPr>
            <a:lvl6pPr algn="l" indent="-228600" lvl="5" marL="2743200">
              <a:lnSpc>
                <a:spcPct val="90000"/>
              </a:lnSpc>
              <a:spcBef>
                <a:spcPts val="500"/>
              </a:spcBef>
              <a:spcAft>
                <a:spcPts val="0"/>
              </a:spcAft>
              <a:buClr>
                <a:schemeClr val="dk1"/>
              </a:buClr>
              <a:buSzPts val="1600"/>
              <a:buNone/>
              <a:defRPr b="1" sz="1600"/>
            </a:lvl6pPr>
            <a:lvl7pPr algn="l" indent="-228600" lvl="6" marL="3200400">
              <a:lnSpc>
                <a:spcPct val="90000"/>
              </a:lnSpc>
              <a:spcBef>
                <a:spcPts val="500"/>
              </a:spcBef>
              <a:spcAft>
                <a:spcPts val="0"/>
              </a:spcAft>
              <a:buClr>
                <a:schemeClr val="dk1"/>
              </a:buClr>
              <a:buSzPts val="1600"/>
              <a:buNone/>
              <a:defRPr b="1" sz="1600"/>
            </a:lvl7pPr>
            <a:lvl8pPr algn="l" indent="-228600" lvl="7" marL="3657600">
              <a:lnSpc>
                <a:spcPct val="90000"/>
              </a:lnSpc>
              <a:spcBef>
                <a:spcPts val="500"/>
              </a:spcBef>
              <a:spcAft>
                <a:spcPts val="0"/>
              </a:spcAft>
              <a:buClr>
                <a:schemeClr val="dk1"/>
              </a:buClr>
              <a:buSzPts val="1600"/>
              <a:buNone/>
              <a:defRPr b="1" sz="1600"/>
            </a:lvl8pPr>
            <a:lvl9pPr algn="l" indent="-228600" lvl="8" marL="4114800">
              <a:lnSpc>
                <a:spcPct val="90000"/>
              </a:lnSpc>
              <a:spcBef>
                <a:spcPts val="500"/>
              </a:spcBef>
              <a:spcAft>
                <a:spcPts val="0"/>
              </a:spcAft>
              <a:buClr>
                <a:schemeClr val="dk1"/>
              </a:buClr>
              <a:buSzPts val="1600"/>
              <a:buNone/>
              <a:defRPr b="1" sz="1600"/>
            </a:lvl9pPr>
          </a:lstStyle>
          <a:p/>
        </p:txBody>
      </p:sp>
      <p:sp>
        <p:nvSpPr>
          <p:cNvPr id="1048653" name="Google Shape;39;p6"/>
          <p:cNvSpPr txBox="1"/>
          <p:nvPr>
            <p:ph type="body" idx="2"/>
          </p:nvPr>
        </p:nvSpPr>
        <p:spPr>
          <a:xfrm>
            <a:off x="839788" y="2505075"/>
            <a:ext cx="5157787" cy="3684588"/>
          </a:xfrm>
          <a:prstGeom prst="rect"/>
          <a:noFill/>
          <a:ln>
            <a:noFill/>
          </a:ln>
        </p:spPr>
        <p:txBody>
          <a:bodyPr anchor="t" anchorCtr="0" bIns="45700" lIns="91425" rIns="91425" spcFirstLastPara="1" tIns="45700" wrap="square">
            <a:normAutofit/>
          </a:bodyPr>
          <a:lstStyle>
            <a:lvl1pPr algn="l" indent="-342900" lvl="0" marL="457200">
              <a:lnSpc>
                <a:spcPct val="90000"/>
              </a:lnSpc>
              <a:spcBef>
                <a:spcPts val="1000"/>
              </a:spcBef>
              <a:spcAft>
                <a:spcPts val="0"/>
              </a:spcAft>
              <a:buClr>
                <a:schemeClr val="dk1"/>
              </a:buClr>
              <a:buSzPts val="1800"/>
              <a:buChar char="•"/>
            </a:lvl1pPr>
            <a:lvl2pPr algn="l" indent="-342900" lvl="1" marL="914400">
              <a:lnSpc>
                <a:spcPct val="90000"/>
              </a:lnSpc>
              <a:spcBef>
                <a:spcPts val="500"/>
              </a:spcBef>
              <a:spcAft>
                <a:spcPts val="0"/>
              </a:spcAft>
              <a:buClr>
                <a:schemeClr val="dk1"/>
              </a:buClr>
              <a:buSzPts val="1800"/>
              <a:buChar char="•"/>
            </a:lvl2pPr>
            <a:lvl3pPr algn="l" indent="-342900" lvl="2" marL="1371600">
              <a:lnSpc>
                <a:spcPct val="90000"/>
              </a:lnSpc>
              <a:spcBef>
                <a:spcPts val="500"/>
              </a:spcBef>
              <a:spcAft>
                <a:spcPts val="0"/>
              </a:spcAft>
              <a:buClr>
                <a:schemeClr val="dk1"/>
              </a:buClr>
              <a:buSzPts val="1800"/>
              <a:buChar char="•"/>
            </a:lvl3pPr>
            <a:lvl4pPr algn="l" indent="-342900" lvl="3" marL="1828800">
              <a:lnSpc>
                <a:spcPct val="90000"/>
              </a:lnSpc>
              <a:spcBef>
                <a:spcPts val="500"/>
              </a:spcBef>
              <a:spcAft>
                <a:spcPts val="0"/>
              </a:spcAft>
              <a:buClr>
                <a:schemeClr val="dk1"/>
              </a:buClr>
              <a:buSzPts val="1800"/>
              <a:buChar char="•"/>
            </a:lvl4pPr>
            <a:lvl5pPr algn="l" indent="-342900" lvl="4" marL="2286000">
              <a:lnSpc>
                <a:spcPct val="90000"/>
              </a:lnSpc>
              <a:spcBef>
                <a:spcPts val="500"/>
              </a:spcBef>
              <a:spcAft>
                <a:spcPts val="0"/>
              </a:spcAft>
              <a:buClr>
                <a:schemeClr val="dk1"/>
              </a:buClr>
              <a:buSzPts val="1800"/>
              <a:buChar char="•"/>
            </a:lvl5pPr>
            <a:lvl6pPr algn="l" indent="-342900" lvl="5" marL="2743200">
              <a:lnSpc>
                <a:spcPct val="90000"/>
              </a:lnSpc>
              <a:spcBef>
                <a:spcPts val="500"/>
              </a:spcBef>
              <a:spcAft>
                <a:spcPts val="0"/>
              </a:spcAft>
              <a:buClr>
                <a:schemeClr val="dk1"/>
              </a:buClr>
              <a:buSzPts val="1800"/>
              <a:buChar char="•"/>
            </a:lvl6pPr>
            <a:lvl7pPr algn="l" indent="-342900" lvl="6" marL="3200400">
              <a:lnSpc>
                <a:spcPct val="90000"/>
              </a:lnSpc>
              <a:spcBef>
                <a:spcPts val="500"/>
              </a:spcBef>
              <a:spcAft>
                <a:spcPts val="0"/>
              </a:spcAft>
              <a:buClr>
                <a:schemeClr val="dk1"/>
              </a:buClr>
              <a:buSzPts val="1800"/>
              <a:buChar char="•"/>
            </a:lvl7pPr>
            <a:lvl8pPr algn="l" indent="-342900" lvl="7" marL="3657600">
              <a:lnSpc>
                <a:spcPct val="90000"/>
              </a:lnSpc>
              <a:spcBef>
                <a:spcPts val="500"/>
              </a:spcBef>
              <a:spcAft>
                <a:spcPts val="0"/>
              </a:spcAft>
              <a:buClr>
                <a:schemeClr val="dk1"/>
              </a:buClr>
              <a:buSzPts val="1800"/>
              <a:buChar char="•"/>
            </a:lvl8pPr>
            <a:lvl9pPr algn="l" indent="-342900" lvl="8" marL="4114800">
              <a:lnSpc>
                <a:spcPct val="90000"/>
              </a:lnSpc>
              <a:spcBef>
                <a:spcPts val="500"/>
              </a:spcBef>
              <a:spcAft>
                <a:spcPts val="0"/>
              </a:spcAft>
              <a:buClr>
                <a:schemeClr val="dk1"/>
              </a:buClr>
              <a:buSzPts val="1800"/>
              <a:buChar char="•"/>
            </a:lvl9pPr>
          </a:lstStyle>
          <a:p/>
        </p:txBody>
      </p:sp>
      <p:sp>
        <p:nvSpPr>
          <p:cNvPr id="1048654" name="Google Shape;40;p6"/>
          <p:cNvSpPr txBox="1"/>
          <p:nvPr>
            <p:ph type="body" idx="3"/>
          </p:nvPr>
        </p:nvSpPr>
        <p:spPr>
          <a:xfrm>
            <a:off x="6172200" y="1681163"/>
            <a:ext cx="5183188" cy="823912"/>
          </a:xfrm>
          <a:prstGeom prst="rect"/>
          <a:noFill/>
          <a:ln>
            <a:noFill/>
          </a:ln>
        </p:spPr>
        <p:txBody>
          <a:bodyPr anchor="b" anchorCtr="0" bIns="45700" lIns="91425" rIns="91425" spcFirstLastPara="1" tIns="45700" wrap="square">
            <a:normAutofit/>
          </a:bodyPr>
          <a:lstStyle>
            <a:lvl1pPr algn="l" indent="-228600" lvl="0" marL="457200">
              <a:lnSpc>
                <a:spcPct val="90000"/>
              </a:lnSpc>
              <a:spcBef>
                <a:spcPts val="1000"/>
              </a:spcBef>
              <a:spcAft>
                <a:spcPts val="0"/>
              </a:spcAft>
              <a:buClr>
                <a:schemeClr val="dk1"/>
              </a:buClr>
              <a:buSzPts val="2400"/>
              <a:buNone/>
              <a:defRPr b="1" sz="2400"/>
            </a:lvl1pPr>
            <a:lvl2pPr algn="l" indent="-228600" lvl="1" marL="914400">
              <a:lnSpc>
                <a:spcPct val="90000"/>
              </a:lnSpc>
              <a:spcBef>
                <a:spcPts val="500"/>
              </a:spcBef>
              <a:spcAft>
                <a:spcPts val="0"/>
              </a:spcAft>
              <a:buClr>
                <a:schemeClr val="dk1"/>
              </a:buClr>
              <a:buSzPts val="2000"/>
              <a:buNone/>
              <a:defRPr b="1" sz="2000"/>
            </a:lvl2pPr>
            <a:lvl3pPr algn="l" indent="-228600" lvl="2" marL="1371600">
              <a:lnSpc>
                <a:spcPct val="90000"/>
              </a:lnSpc>
              <a:spcBef>
                <a:spcPts val="500"/>
              </a:spcBef>
              <a:spcAft>
                <a:spcPts val="0"/>
              </a:spcAft>
              <a:buClr>
                <a:schemeClr val="dk1"/>
              </a:buClr>
              <a:buSzPts val="1800"/>
              <a:buNone/>
              <a:defRPr b="1" sz="1800"/>
            </a:lvl3pPr>
            <a:lvl4pPr algn="l" indent="-228600" lvl="3" marL="1828800">
              <a:lnSpc>
                <a:spcPct val="90000"/>
              </a:lnSpc>
              <a:spcBef>
                <a:spcPts val="500"/>
              </a:spcBef>
              <a:spcAft>
                <a:spcPts val="0"/>
              </a:spcAft>
              <a:buClr>
                <a:schemeClr val="dk1"/>
              </a:buClr>
              <a:buSzPts val="1600"/>
              <a:buNone/>
              <a:defRPr b="1" sz="1600"/>
            </a:lvl4pPr>
            <a:lvl5pPr algn="l" indent="-228600" lvl="4" marL="2286000">
              <a:lnSpc>
                <a:spcPct val="90000"/>
              </a:lnSpc>
              <a:spcBef>
                <a:spcPts val="500"/>
              </a:spcBef>
              <a:spcAft>
                <a:spcPts val="0"/>
              </a:spcAft>
              <a:buClr>
                <a:schemeClr val="dk1"/>
              </a:buClr>
              <a:buSzPts val="1600"/>
              <a:buNone/>
              <a:defRPr b="1" sz="1600"/>
            </a:lvl5pPr>
            <a:lvl6pPr algn="l" indent="-228600" lvl="5" marL="2743200">
              <a:lnSpc>
                <a:spcPct val="90000"/>
              </a:lnSpc>
              <a:spcBef>
                <a:spcPts val="500"/>
              </a:spcBef>
              <a:spcAft>
                <a:spcPts val="0"/>
              </a:spcAft>
              <a:buClr>
                <a:schemeClr val="dk1"/>
              </a:buClr>
              <a:buSzPts val="1600"/>
              <a:buNone/>
              <a:defRPr b="1" sz="1600"/>
            </a:lvl6pPr>
            <a:lvl7pPr algn="l" indent="-228600" lvl="6" marL="3200400">
              <a:lnSpc>
                <a:spcPct val="90000"/>
              </a:lnSpc>
              <a:spcBef>
                <a:spcPts val="500"/>
              </a:spcBef>
              <a:spcAft>
                <a:spcPts val="0"/>
              </a:spcAft>
              <a:buClr>
                <a:schemeClr val="dk1"/>
              </a:buClr>
              <a:buSzPts val="1600"/>
              <a:buNone/>
              <a:defRPr b="1" sz="1600"/>
            </a:lvl7pPr>
            <a:lvl8pPr algn="l" indent="-228600" lvl="7" marL="3657600">
              <a:lnSpc>
                <a:spcPct val="90000"/>
              </a:lnSpc>
              <a:spcBef>
                <a:spcPts val="500"/>
              </a:spcBef>
              <a:spcAft>
                <a:spcPts val="0"/>
              </a:spcAft>
              <a:buClr>
                <a:schemeClr val="dk1"/>
              </a:buClr>
              <a:buSzPts val="1600"/>
              <a:buNone/>
              <a:defRPr b="1" sz="1600"/>
            </a:lvl8pPr>
            <a:lvl9pPr algn="l" indent="-228600" lvl="8" marL="4114800">
              <a:lnSpc>
                <a:spcPct val="90000"/>
              </a:lnSpc>
              <a:spcBef>
                <a:spcPts val="500"/>
              </a:spcBef>
              <a:spcAft>
                <a:spcPts val="0"/>
              </a:spcAft>
              <a:buClr>
                <a:schemeClr val="dk1"/>
              </a:buClr>
              <a:buSzPts val="1600"/>
              <a:buNone/>
              <a:defRPr b="1" sz="1600"/>
            </a:lvl9pPr>
          </a:lstStyle>
          <a:p/>
        </p:txBody>
      </p:sp>
      <p:sp>
        <p:nvSpPr>
          <p:cNvPr id="1048655" name="Google Shape;41;p6"/>
          <p:cNvSpPr txBox="1"/>
          <p:nvPr>
            <p:ph type="body" idx="4"/>
          </p:nvPr>
        </p:nvSpPr>
        <p:spPr>
          <a:xfrm>
            <a:off x="6172200" y="2505075"/>
            <a:ext cx="5183188" cy="3684588"/>
          </a:xfrm>
          <a:prstGeom prst="rect"/>
          <a:noFill/>
          <a:ln>
            <a:noFill/>
          </a:ln>
        </p:spPr>
        <p:txBody>
          <a:bodyPr anchor="t" anchorCtr="0" bIns="45700" lIns="91425" rIns="91425" spcFirstLastPara="1" tIns="45700" wrap="square">
            <a:normAutofit/>
          </a:bodyPr>
          <a:lstStyle>
            <a:lvl1pPr algn="l" indent="-342900" lvl="0" marL="457200">
              <a:lnSpc>
                <a:spcPct val="90000"/>
              </a:lnSpc>
              <a:spcBef>
                <a:spcPts val="1000"/>
              </a:spcBef>
              <a:spcAft>
                <a:spcPts val="0"/>
              </a:spcAft>
              <a:buClr>
                <a:schemeClr val="dk1"/>
              </a:buClr>
              <a:buSzPts val="1800"/>
              <a:buChar char="•"/>
            </a:lvl1pPr>
            <a:lvl2pPr algn="l" indent="-342900" lvl="1" marL="914400">
              <a:lnSpc>
                <a:spcPct val="90000"/>
              </a:lnSpc>
              <a:spcBef>
                <a:spcPts val="500"/>
              </a:spcBef>
              <a:spcAft>
                <a:spcPts val="0"/>
              </a:spcAft>
              <a:buClr>
                <a:schemeClr val="dk1"/>
              </a:buClr>
              <a:buSzPts val="1800"/>
              <a:buChar char="•"/>
            </a:lvl2pPr>
            <a:lvl3pPr algn="l" indent="-342900" lvl="2" marL="1371600">
              <a:lnSpc>
                <a:spcPct val="90000"/>
              </a:lnSpc>
              <a:spcBef>
                <a:spcPts val="500"/>
              </a:spcBef>
              <a:spcAft>
                <a:spcPts val="0"/>
              </a:spcAft>
              <a:buClr>
                <a:schemeClr val="dk1"/>
              </a:buClr>
              <a:buSzPts val="1800"/>
              <a:buChar char="•"/>
            </a:lvl3pPr>
            <a:lvl4pPr algn="l" indent="-342900" lvl="3" marL="1828800">
              <a:lnSpc>
                <a:spcPct val="90000"/>
              </a:lnSpc>
              <a:spcBef>
                <a:spcPts val="500"/>
              </a:spcBef>
              <a:spcAft>
                <a:spcPts val="0"/>
              </a:spcAft>
              <a:buClr>
                <a:schemeClr val="dk1"/>
              </a:buClr>
              <a:buSzPts val="1800"/>
              <a:buChar char="•"/>
            </a:lvl4pPr>
            <a:lvl5pPr algn="l" indent="-342900" lvl="4" marL="2286000">
              <a:lnSpc>
                <a:spcPct val="90000"/>
              </a:lnSpc>
              <a:spcBef>
                <a:spcPts val="500"/>
              </a:spcBef>
              <a:spcAft>
                <a:spcPts val="0"/>
              </a:spcAft>
              <a:buClr>
                <a:schemeClr val="dk1"/>
              </a:buClr>
              <a:buSzPts val="1800"/>
              <a:buChar char="•"/>
            </a:lvl5pPr>
            <a:lvl6pPr algn="l" indent="-342900" lvl="5" marL="2743200">
              <a:lnSpc>
                <a:spcPct val="90000"/>
              </a:lnSpc>
              <a:spcBef>
                <a:spcPts val="500"/>
              </a:spcBef>
              <a:spcAft>
                <a:spcPts val="0"/>
              </a:spcAft>
              <a:buClr>
                <a:schemeClr val="dk1"/>
              </a:buClr>
              <a:buSzPts val="1800"/>
              <a:buChar char="•"/>
            </a:lvl6pPr>
            <a:lvl7pPr algn="l" indent="-342900" lvl="6" marL="3200400">
              <a:lnSpc>
                <a:spcPct val="90000"/>
              </a:lnSpc>
              <a:spcBef>
                <a:spcPts val="500"/>
              </a:spcBef>
              <a:spcAft>
                <a:spcPts val="0"/>
              </a:spcAft>
              <a:buClr>
                <a:schemeClr val="dk1"/>
              </a:buClr>
              <a:buSzPts val="1800"/>
              <a:buChar char="•"/>
            </a:lvl7pPr>
            <a:lvl8pPr algn="l" indent="-342900" lvl="7" marL="3657600">
              <a:lnSpc>
                <a:spcPct val="90000"/>
              </a:lnSpc>
              <a:spcBef>
                <a:spcPts val="500"/>
              </a:spcBef>
              <a:spcAft>
                <a:spcPts val="0"/>
              </a:spcAft>
              <a:buClr>
                <a:schemeClr val="dk1"/>
              </a:buClr>
              <a:buSzPts val="1800"/>
              <a:buChar char="•"/>
            </a:lvl8pPr>
            <a:lvl9pPr algn="l" indent="-342900" lvl="8" marL="4114800">
              <a:lnSpc>
                <a:spcPct val="90000"/>
              </a:lnSpc>
              <a:spcBef>
                <a:spcPts val="500"/>
              </a:spcBef>
              <a:spcAft>
                <a:spcPts val="0"/>
              </a:spcAft>
              <a:buClr>
                <a:schemeClr val="dk1"/>
              </a:buClr>
              <a:buSzPts val="1800"/>
              <a:buChar char="•"/>
            </a:lvl9pPr>
          </a:lstStyle>
          <a:p/>
        </p:txBody>
      </p:sp>
      <p:sp>
        <p:nvSpPr>
          <p:cNvPr id="1048656" name="Google Shape;42;p6"/>
          <p:cNvSpPr txBox="1"/>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57" name="Google Shape;43;p6"/>
          <p:cNvSpPr txBox="1"/>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58" name="Google Shape;44;p6"/>
          <p:cNvSpPr txBox="1"/>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US"/>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48" name="Shape 45"/>
        <p:cNvGrpSpPr/>
        <p:nvPr/>
      </p:nvGrpSpPr>
      <p:grpSpPr>
        <a:xfrm>
          <a:off x="0" y="0"/>
          <a:ext cx="0" cy="0"/>
          <a:chOff x="0" y="0"/>
          <a:chExt cx="0" cy="0"/>
        </a:xfrm>
      </p:grpSpPr>
      <p:sp>
        <p:nvSpPr>
          <p:cNvPr id="1048620" name="Google Shape;46;p7"/>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lstStyle>
            <a:lvl1pPr algn="l" lvl="0">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21" name="Google Shape;47;p7"/>
          <p:cNvSpPr txBox="1"/>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22" name="Google Shape;48;p7"/>
          <p:cNvSpPr txBox="1"/>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23" name="Google Shape;49;p7"/>
          <p:cNvSpPr txBox="1"/>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US"/>
              <a:t>‹#›</a:t>
            </a:fl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55" name="Shape 50"/>
        <p:cNvGrpSpPr/>
        <p:nvPr/>
      </p:nvGrpSpPr>
      <p:grpSpPr>
        <a:xfrm>
          <a:off x="0" y="0"/>
          <a:ext cx="0" cy="0"/>
          <a:chOff x="0" y="0"/>
          <a:chExt cx="0" cy="0"/>
        </a:xfrm>
      </p:grpSpPr>
      <p:sp>
        <p:nvSpPr>
          <p:cNvPr id="1048659" name="Google Shape;51;p8"/>
          <p:cNvSpPr txBox="1"/>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60" name="Google Shape;52;p8"/>
          <p:cNvSpPr txBox="1"/>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61" name="Google Shape;53;p8"/>
          <p:cNvSpPr txBox="1"/>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US"/>
              <a:t>‹#›</a:t>
            </a:fl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56" name="Shape 54"/>
        <p:cNvGrpSpPr/>
        <p:nvPr/>
      </p:nvGrpSpPr>
      <p:grpSpPr>
        <a:xfrm>
          <a:off x="0" y="0"/>
          <a:ext cx="0" cy="0"/>
          <a:chOff x="0" y="0"/>
          <a:chExt cx="0" cy="0"/>
        </a:xfrm>
      </p:grpSpPr>
      <p:sp>
        <p:nvSpPr>
          <p:cNvPr id="1048662" name="Google Shape;55;p9"/>
          <p:cNvSpPr txBox="1"/>
          <p:nvPr>
            <p:ph type="title"/>
          </p:nvPr>
        </p:nvSpPr>
        <p:spPr>
          <a:xfrm>
            <a:off x="839788" y="457200"/>
            <a:ext cx="3932237" cy="1600200"/>
          </a:xfrm>
          <a:prstGeom prst="rect"/>
          <a:noFill/>
          <a:ln>
            <a:noFill/>
          </a:ln>
        </p:spPr>
        <p:txBody>
          <a:bodyPr anchor="b" anchorCtr="0" bIns="45700" lIns="91425" rIns="91425" spcFirstLastPara="1" tIns="45700" wrap="square">
            <a:normAutofit/>
          </a:bodyPr>
          <a:lstStyle>
            <a:lvl1pPr algn="l" lvl="0">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63" name="Google Shape;56;p9"/>
          <p:cNvSpPr txBox="1"/>
          <p:nvPr>
            <p:ph type="body" idx="1"/>
          </p:nvPr>
        </p:nvSpPr>
        <p:spPr>
          <a:xfrm>
            <a:off x="5183188" y="987425"/>
            <a:ext cx="6172200" cy="4873625"/>
          </a:xfrm>
          <a:prstGeom prst="rect"/>
          <a:noFill/>
          <a:ln>
            <a:noFill/>
          </a:ln>
        </p:spPr>
        <p:txBody>
          <a:bodyPr anchor="t" anchorCtr="0" bIns="45700" lIns="91425" rIns="91425" spcFirstLastPara="1" tIns="45700" wrap="square">
            <a:normAutofit/>
          </a:bodyPr>
          <a:lstStyle>
            <a:lvl1pPr algn="l" indent="-431800" lvl="0" marL="457200">
              <a:lnSpc>
                <a:spcPct val="90000"/>
              </a:lnSpc>
              <a:spcBef>
                <a:spcPts val="1000"/>
              </a:spcBef>
              <a:spcAft>
                <a:spcPts val="0"/>
              </a:spcAft>
              <a:buClr>
                <a:schemeClr val="dk1"/>
              </a:buClr>
              <a:buSzPts val="3200"/>
              <a:buChar char="•"/>
              <a:defRPr sz="3200"/>
            </a:lvl1pPr>
            <a:lvl2pPr algn="l" indent="-406400" lvl="1" marL="914400">
              <a:lnSpc>
                <a:spcPct val="90000"/>
              </a:lnSpc>
              <a:spcBef>
                <a:spcPts val="500"/>
              </a:spcBef>
              <a:spcAft>
                <a:spcPts val="0"/>
              </a:spcAft>
              <a:buClr>
                <a:schemeClr val="dk1"/>
              </a:buClr>
              <a:buSzPts val="2800"/>
              <a:buChar char="•"/>
              <a:defRPr sz="2800"/>
            </a:lvl2pPr>
            <a:lvl3pPr algn="l" indent="-381000" lvl="2" marL="1371600">
              <a:lnSpc>
                <a:spcPct val="90000"/>
              </a:lnSpc>
              <a:spcBef>
                <a:spcPts val="500"/>
              </a:spcBef>
              <a:spcAft>
                <a:spcPts val="0"/>
              </a:spcAft>
              <a:buClr>
                <a:schemeClr val="dk1"/>
              </a:buClr>
              <a:buSzPts val="2400"/>
              <a:buChar char="•"/>
              <a:defRPr sz="2400"/>
            </a:lvl3pPr>
            <a:lvl4pPr algn="l" indent="-355600" lvl="3" marL="1828800">
              <a:lnSpc>
                <a:spcPct val="90000"/>
              </a:lnSpc>
              <a:spcBef>
                <a:spcPts val="500"/>
              </a:spcBef>
              <a:spcAft>
                <a:spcPts val="0"/>
              </a:spcAft>
              <a:buClr>
                <a:schemeClr val="dk1"/>
              </a:buClr>
              <a:buSzPts val="2000"/>
              <a:buChar char="•"/>
              <a:defRPr sz="2000"/>
            </a:lvl4pPr>
            <a:lvl5pPr algn="l" indent="-355600" lvl="4" marL="2286000">
              <a:lnSpc>
                <a:spcPct val="90000"/>
              </a:lnSpc>
              <a:spcBef>
                <a:spcPts val="500"/>
              </a:spcBef>
              <a:spcAft>
                <a:spcPts val="0"/>
              </a:spcAft>
              <a:buClr>
                <a:schemeClr val="dk1"/>
              </a:buClr>
              <a:buSzPts val="2000"/>
              <a:buChar char="•"/>
              <a:defRPr sz="2000"/>
            </a:lvl5pPr>
            <a:lvl6pPr algn="l" indent="-355600" lvl="5" marL="2743200">
              <a:lnSpc>
                <a:spcPct val="90000"/>
              </a:lnSpc>
              <a:spcBef>
                <a:spcPts val="500"/>
              </a:spcBef>
              <a:spcAft>
                <a:spcPts val="0"/>
              </a:spcAft>
              <a:buClr>
                <a:schemeClr val="dk1"/>
              </a:buClr>
              <a:buSzPts val="2000"/>
              <a:buChar char="•"/>
              <a:defRPr sz="2000"/>
            </a:lvl6pPr>
            <a:lvl7pPr algn="l" indent="-355600" lvl="6" marL="3200400">
              <a:lnSpc>
                <a:spcPct val="90000"/>
              </a:lnSpc>
              <a:spcBef>
                <a:spcPts val="500"/>
              </a:spcBef>
              <a:spcAft>
                <a:spcPts val="0"/>
              </a:spcAft>
              <a:buClr>
                <a:schemeClr val="dk1"/>
              </a:buClr>
              <a:buSzPts val="2000"/>
              <a:buChar char="•"/>
              <a:defRPr sz="2000"/>
            </a:lvl7pPr>
            <a:lvl8pPr algn="l" indent="-355600" lvl="7" marL="3657600">
              <a:lnSpc>
                <a:spcPct val="90000"/>
              </a:lnSpc>
              <a:spcBef>
                <a:spcPts val="500"/>
              </a:spcBef>
              <a:spcAft>
                <a:spcPts val="0"/>
              </a:spcAft>
              <a:buClr>
                <a:schemeClr val="dk1"/>
              </a:buClr>
              <a:buSzPts val="2000"/>
              <a:buChar char="•"/>
              <a:defRPr sz="2000"/>
            </a:lvl8pPr>
            <a:lvl9pPr algn="l" indent="-355600" lvl="8" marL="4114800">
              <a:lnSpc>
                <a:spcPct val="90000"/>
              </a:lnSpc>
              <a:spcBef>
                <a:spcPts val="500"/>
              </a:spcBef>
              <a:spcAft>
                <a:spcPts val="0"/>
              </a:spcAft>
              <a:buClr>
                <a:schemeClr val="dk1"/>
              </a:buClr>
              <a:buSzPts val="2000"/>
              <a:buChar char="•"/>
              <a:defRPr sz="2000"/>
            </a:lvl9pPr>
          </a:lstStyle>
          <a:p/>
        </p:txBody>
      </p:sp>
      <p:sp>
        <p:nvSpPr>
          <p:cNvPr id="1048664" name="Google Shape;57;p9"/>
          <p:cNvSpPr txBox="1"/>
          <p:nvPr>
            <p:ph type="body" idx="2"/>
          </p:nvPr>
        </p:nvSpPr>
        <p:spPr>
          <a:xfrm>
            <a:off x="839788" y="2057400"/>
            <a:ext cx="3932237" cy="3811588"/>
          </a:xfrm>
          <a:prstGeom prst="rect"/>
          <a:noFill/>
          <a:ln>
            <a:noFill/>
          </a:ln>
        </p:spPr>
        <p:txBody>
          <a:bodyPr anchor="t" anchorCtr="0" bIns="45700" lIns="91425" rIns="91425" spcFirstLastPara="1" tIns="45700" wrap="square">
            <a:normAutofit/>
          </a:bodyPr>
          <a:lstStyle>
            <a:lvl1pPr algn="l" indent="-228600" lvl="0" marL="457200">
              <a:lnSpc>
                <a:spcPct val="90000"/>
              </a:lnSpc>
              <a:spcBef>
                <a:spcPts val="1000"/>
              </a:spcBef>
              <a:spcAft>
                <a:spcPts val="0"/>
              </a:spcAft>
              <a:buClr>
                <a:schemeClr val="dk1"/>
              </a:buClr>
              <a:buSzPts val="1600"/>
              <a:buNone/>
              <a:defRPr sz="1600"/>
            </a:lvl1pPr>
            <a:lvl2pPr algn="l" indent="-228600" lvl="1" marL="914400">
              <a:lnSpc>
                <a:spcPct val="90000"/>
              </a:lnSpc>
              <a:spcBef>
                <a:spcPts val="500"/>
              </a:spcBef>
              <a:spcAft>
                <a:spcPts val="0"/>
              </a:spcAft>
              <a:buClr>
                <a:schemeClr val="dk1"/>
              </a:buClr>
              <a:buSzPts val="1400"/>
              <a:buNone/>
              <a:defRPr sz="1400"/>
            </a:lvl2pPr>
            <a:lvl3pPr algn="l" indent="-228600" lvl="2" marL="1371600">
              <a:lnSpc>
                <a:spcPct val="90000"/>
              </a:lnSpc>
              <a:spcBef>
                <a:spcPts val="500"/>
              </a:spcBef>
              <a:spcAft>
                <a:spcPts val="0"/>
              </a:spcAft>
              <a:buClr>
                <a:schemeClr val="dk1"/>
              </a:buClr>
              <a:buSzPts val="1200"/>
              <a:buNone/>
              <a:defRPr sz="1200"/>
            </a:lvl3pPr>
            <a:lvl4pPr algn="l" indent="-228600" lvl="3" marL="1828800">
              <a:lnSpc>
                <a:spcPct val="90000"/>
              </a:lnSpc>
              <a:spcBef>
                <a:spcPts val="500"/>
              </a:spcBef>
              <a:spcAft>
                <a:spcPts val="0"/>
              </a:spcAft>
              <a:buClr>
                <a:schemeClr val="dk1"/>
              </a:buClr>
              <a:buSzPts val="1000"/>
              <a:buNone/>
              <a:defRPr sz="1000"/>
            </a:lvl4pPr>
            <a:lvl5pPr algn="l" indent="-228600" lvl="4" marL="2286000">
              <a:lnSpc>
                <a:spcPct val="90000"/>
              </a:lnSpc>
              <a:spcBef>
                <a:spcPts val="500"/>
              </a:spcBef>
              <a:spcAft>
                <a:spcPts val="0"/>
              </a:spcAft>
              <a:buClr>
                <a:schemeClr val="dk1"/>
              </a:buClr>
              <a:buSzPts val="1000"/>
              <a:buNone/>
              <a:defRPr sz="1000"/>
            </a:lvl5pPr>
            <a:lvl6pPr algn="l" indent="-228600" lvl="5" marL="2743200">
              <a:lnSpc>
                <a:spcPct val="90000"/>
              </a:lnSpc>
              <a:spcBef>
                <a:spcPts val="500"/>
              </a:spcBef>
              <a:spcAft>
                <a:spcPts val="0"/>
              </a:spcAft>
              <a:buClr>
                <a:schemeClr val="dk1"/>
              </a:buClr>
              <a:buSzPts val="1000"/>
              <a:buNone/>
              <a:defRPr sz="1000"/>
            </a:lvl6pPr>
            <a:lvl7pPr algn="l" indent="-228600" lvl="6" marL="3200400">
              <a:lnSpc>
                <a:spcPct val="90000"/>
              </a:lnSpc>
              <a:spcBef>
                <a:spcPts val="500"/>
              </a:spcBef>
              <a:spcAft>
                <a:spcPts val="0"/>
              </a:spcAft>
              <a:buClr>
                <a:schemeClr val="dk1"/>
              </a:buClr>
              <a:buSzPts val="1000"/>
              <a:buNone/>
              <a:defRPr sz="1000"/>
            </a:lvl7pPr>
            <a:lvl8pPr algn="l" indent="-228600" lvl="7" marL="3657600">
              <a:lnSpc>
                <a:spcPct val="90000"/>
              </a:lnSpc>
              <a:spcBef>
                <a:spcPts val="500"/>
              </a:spcBef>
              <a:spcAft>
                <a:spcPts val="0"/>
              </a:spcAft>
              <a:buClr>
                <a:schemeClr val="dk1"/>
              </a:buClr>
              <a:buSzPts val="1000"/>
              <a:buNone/>
              <a:defRPr sz="1000"/>
            </a:lvl8pPr>
            <a:lvl9pPr algn="l" indent="-228600" lvl="8" marL="4114800">
              <a:lnSpc>
                <a:spcPct val="90000"/>
              </a:lnSpc>
              <a:spcBef>
                <a:spcPts val="500"/>
              </a:spcBef>
              <a:spcAft>
                <a:spcPts val="0"/>
              </a:spcAft>
              <a:buClr>
                <a:schemeClr val="dk1"/>
              </a:buClr>
              <a:buSzPts val="1000"/>
              <a:buNone/>
              <a:defRPr sz="1000"/>
            </a:lvl9pPr>
          </a:lstStyle>
          <a:p/>
        </p:txBody>
      </p:sp>
      <p:sp>
        <p:nvSpPr>
          <p:cNvPr id="1048665" name="Google Shape;58;p9"/>
          <p:cNvSpPr txBox="1"/>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66" name="Google Shape;59;p9"/>
          <p:cNvSpPr txBox="1"/>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67" name="Google Shape;60;p9"/>
          <p:cNvSpPr txBox="1"/>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US"/>
              <a:t>‹#›</a:t>
            </a:fl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50" name="Shape 61"/>
        <p:cNvGrpSpPr/>
        <p:nvPr/>
      </p:nvGrpSpPr>
      <p:grpSpPr>
        <a:xfrm>
          <a:off x="0" y="0"/>
          <a:ext cx="0" cy="0"/>
          <a:chOff x="0" y="0"/>
          <a:chExt cx="0" cy="0"/>
        </a:xfrm>
      </p:grpSpPr>
      <p:sp>
        <p:nvSpPr>
          <p:cNvPr id="1048629" name="Google Shape;62;p10"/>
          <p:cNvSpPr txBox="1"/>
          <p:nvPr>
            <p:ph type="title"/>
          </p:nvPr>
        </p:nvSpPr>
        <p:spPr>
          <a:xfrm>
            <a:off x="839788" y="457200"/>
            <a:ext cx="3932237" cy="1600200"/>
          </a:xfrm>
          <a:prstGeom prst="rect"/>
          <a:noFill/>
          <a:ln>
            <a:noFill/>
          </a:ln>
        </p:spPr>
        <p:txBody>
          <a:bodyPr anchor="b" anchorCtr="0" bIns="45700" lIns="91425" rIns="91425" spcFirstLastPara="1" tIns="45700" wrap="square">
            <a:normAutofit/>
          </a:bodyPr>
          <a:lstStyle>
            <a:lvl1pPr algn="l" lvl="0">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30" name="Google Shape;63;p10"/>
          <p:cNvSpPr/>
          <p:nvPr>
            <p:ph type="pic" idx="2"/>
          </p:nvPr>
        </p:nvSpPr>
        <p:spPr>
          <a:xfrm>
            <a:off x="5183188" y="987425"/>
            <a:ext cx="6172200" cy="4873625"/>
          </a:xfrm>
          <a:prstGeom prst="rect"/>
          <a:noFill/>
          <a:ln>
            <a:noFill/>
          </a:ln>
        </p:spPr>
      </p:sp>
      <p:sp>
        <p:nvSpPr>
          <p:cNvPr id="1048631" name="Google Shape;64;p10"/>
          <p:cNvSpPr txBox="1"/>
          <p:nvPr>
            <p:ph type="body" idx="1"/>
          </p:nvPr>
        </p:nvSpPr>
        <p:spPr>
          <a:xfrm>
            <a:off x="839788" y="2057400"/>
            <a:ext cx="3932237" cy="3811588"/>
          </a:xfrm>
          <a:prstGeom prst="rect"/>
          <a:noFill/>
          <a:ln>
            <a:noFill/>
          </a:ln>
        </p:spPr>
        <p:txBody>
          <a:bodyPr anchor="t" anchorCtr="0" bIns="45700" lIns="91425" rIns="91425" spcFirstLastPara="1" tIns="45700" wrap="square">
            <a:normAutofit/>
          </a:bodyPr>
          <a:lstStyle>
            <a:lvl1pPr algn="l" indent="-228600" lvl="0" marL="457200">
              <a:lnSpc>
                <a:spcPct val="90000"/>
              </a:lnSpc>
              <a:spcBef>
                <a:spcPts val="1000"/>
              </a:spcBef>
              <a:spcAft>
                <a:spcPts val="0"/>
              </a:spcAft>
              <a:buClr>
                <a:schemeClr val="dk1"/>
              </a:buClr>
              <a:buSzPts val="1600"/>
              <a:buNone/>
              <a:defRPr sz="1600"/>
            </a:lvl1pPr>
            <a:lvl2pPr algn="l" indent="-228600" lvl="1" marL="914400">
              <a:lnSpc>
                <a:spcPct val="90000"/>
              </a:lnSpc>
              <a:spcBef>
                <a:spcPts val="500"/>
              </a:spcBef>
              <a:spcAft>
                <a:spcPts val="0"/>
              </a:spcAft>
              <a:buClr>
                <a:schemeClr val="dk1"/>
              </a:buClr>
              <a:buSzPts val="1400"/>
              <a:buNone/>
              <a:defRPr sz="1400"/>
            </a:lvl2pPr>
            <a:lvl3pPr algn="l" indent="-228600" lvl="2" marL="1371600">
              <a:lnSpc>
                <a:spcPct val="90000"/>
              </a:lnSpc>
              <a:spcBef>
                <a:spcPts val="500"/>
              </a:spcBef>
              <a:spcAft>
                <a:spcPts val="0"/>
              </a:spcAft>
              <a:buClr>
                <a:schemeClr val="dk1"/>
              </a:buClr>
              <a:buSzPts val="1200"/>
              <a:buNone/>
              <a:defRPr sz="1200"/>
            </a:lvl3pPr>
            <a:lvl4pPr algn="l" indent="-228600" lvl="3" marL="1828800">
              <a:lnSpc>
                <a:spcPct val="90000"/>
              </a:lnSpc>
              <a:spcBef>
                <a:spcPts val="500"/>
              </a:spcBef>
              <a:spcAft>
                <a:spcPts val="0"/>
              </a:spcAft>
              <a:buClr>
                <a:schemeClr val="dk1"/>
              </a:buClr>
              <a:buSzPts val="1000"/>
              <a:buNone/>
              <a:defRPr sz="1000"/>
            </a:lvl4pPr>
            <a:lvl5pPr algn="l" indent="-228600" lvl="4" marL="2286000">
              <a:lnSpc>
                <a:spcPct val="90000"/>
              </a:lnSpc>
              <a:spcBef>
                <a:spcPts val="500"/>
              </a:spcBef>
              <a:spcAft>
                <a:spcPts val="0"/>
              </a:spcAft>
              <a:buClr>
                <a:schemeClr val="dk1"/>
              </a:buClr>
              <a:buSzPts val="1000"/>
              <a:buNone/>
              <a:defRPr sz="1000"/>
            </a:lvl5pPr>
            <a:lvl6pPr algn="l" indent="-228600" lvl="5" marL="2743200">
              <a:lnSpc>
                <a:spcPct val="90000"/>
              </a:lnSpc>
              <a:spcBef>
                <a:spcPts val="500"/>
              </a:spcBef>
              <a:spcAft>
                <a:spcPts val="0"/>
              </a:spcAft>
              <a:buClr>
                <a:schemeClr val="dk1"/>
              </a:buClr>
              <a:buSzPts val="1000"/>
              <a:buNone/>
              <a:defRPr sz="1000"/>
            </a:lvl6pPr>
            <a:lvl7pPr algn="l" indent="-228600" lvl="6" marL="3200400">
              <a:lnSpc>
                <a:spcPct val="90000"/>
              </a:lnSpc>
              <a:spcBef>
                <a:spcPts val="500"/>
              </a:spcBef>
              <a:spcAft>
                <a:spcPts val="0"/>
              </a:spcAft>
              <a:buClr>
                <a:schemeClr val="dk1"/>
              </a:buClr>
              <a:buSzPts val="1000"/>
              <a:buNone/>
              <a:defRPr sz="1000"/>
            </a:lvl7pPr>
            <a:lvl8pPr algn="l" indent="-228600" lvl="7" marL="3657600">
              <a:lnSpc>
                <a:spcPct val="90000"/>
              </a:lnSpc>
              <a:spcBef>
                <a:spcPts val="500"/>
              </a:spcBef>
              <a:spcAft>
                <a:spcPts val="0"/>
              </a:spcAft>
              <a:buClr>
                <a:schemeClr val="dk1"/>
              </a:buClr>
              <a:buSzPts val="1000"/>
              <a:buNone/>
              <a:defRPr sz="1000"/>
            </a:lvl8pPr>
            <a:lvl9pPr algn="l" indent="-228600" lvl="8" marL="4114800">
              <a:lnSpc>
                <a:spcPct val="90000"/>
              </a:lnSpc>
              <a:spcBef>
                <a:spcPts val="500"/>
              </a:spcBef>
              <a:spcAft>
                <a:spcPts val="0"/>
              </a:spcAft>
              <a:buClr>
                <a:schemeClr val="dk1"/>
              </a:buClr>
              <a:buSzPts val="1000"/>
              <a:buNone/>
              <a:defRPr sz="1000"/>
            </a:lvl9pPr>
          </a:lstStyle>
          <a:p/>
        </p:txBody>
      </p:sp>
      <p:sp>
        <p:nvSpPr>
          <p:cNvPr id="1048632" name="Google Shape;65;p10"/>
          <p:cNvSpPr txBox="1"/>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33" name="Google Shape;66;p10"/>
          <p:cNvSpPr txBox="1"/>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34" name="Google Shape;67;p10"/>
          <p:cNvSpPr txBox="1"/>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US"/>
              <a:t>‹#›</a:t>
            </a:fl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51" name="Shape 68"/>
        <p:cNvGrpSpPr/>
        <p:nvPr/>
      </p:nvGrpSpPr>
      <p:grpSpPr>
        <a:xfrm>
          <a:off x="0" y="0"/>
          <a:ext cx="0" cy="0"/>
          <a:chOff x="0" y="0"/>
          <a:chExt cx="0" cy="0"/>
        </a:xfrm>
      </p:grpSpPr>
      <p:sp>
        <p:nvSpPr>
          <p:cNvPr id="1048635" name="Google Shape;69;p11"/>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lstStyle>
            <a:lvl1pPr algn="l" lvl="0">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36" name="Google Shape;70;p11"/>
          <p:cNvSpPr txBox="1"/>
          <p:nvPr>
            <p:ph type="body" idx="1"/>
          </p:nvPr>
        </p:nvSpPr>
        <p:spPr>
          <a:xfrm rot="5400000">
            <a:off x="3920331" y="-1256506"/>
            <a:ext cx="4351338" cy="10515600"/>
          </a:xfrm>
          <a:prstGeom prst="rect"/>
          <a:noFill/>
          <a:ln>
            <a:noFill/>
          </a:ln>
        </p:spPr>
        <p:txBody>
          <a:bodyPr anchor="t" anchorCtr="0" bIns="45700" lIns="91425" rIns="91425" spcFirstLastPara="1" tIns="45700" wrap="square">
            <a:normAutofit/>
          </a:bodyPr>
          <a:lstStyle>
            <a:lvl1pPr algn="l" indent="-342900" lvl="0" marL="457200">
              <a:lnSpc>
                <a:spcPct val="90000"/>
              </a:lnSpc>
              <a:spcBef>
                <a:spcPts val="1000"/>
              </a:spcBef>
              <a:spcAft>
                <a:spcPts val="0"/>
              </a:spcAft>
              <a:buClr>
                <a:schemeClr val="dk1"/>
              </a:buClr>
              <a:buSzPts val="1800"/>
              <a:buChar char="•"/>
            </a:lvl1pPr>
            <a:lvl2pPr algn="l" indent="-342900" lvl="1" marL="914400">
              <a:lnSpc>
                <a:spcPct val="90000"/>
              </a:lnSpc>
              <a:spcBef>
                <a:spcPts val="500"/>
              </a:spcBef>
              <a:spcAft>
                <a:spcPts val="0"/>
              </a:spcAft>
              <a:buClr>
                <a:schemeClr val="dk1"/>
              </a:buClr>
              <a:buSzPts val="1800"/>
              <a:buChar char="•"/>
            </a:lvl2pPr>
            <a:lvl3pPr algn="l" indent="-342900" lvl="2" marL="1371600">
              <a:lnSpc>
                <a:spcPct val="90000"/>
              </a:lnSpc>
              <a:spcBef>
                <a:spcPts val="500"/>
              </a:spcBef>
              <a:spcAft>
                <a:spcPts val="0"/>
              </a:spcAft>
              <a:buClr>
                <a:schemeClr val="dk1"/>
              </a:buClr>
              <a:buSzPts val="1800"/>
              <a:buChar char="•"/>
            </a:lvl3pPr>
            <a:lvl4pPr algn="l" indent="-342900" lvl="3" marL="1828800">
              <a:lnSpc>
                <a:spcPct val="90000"/>
              </a:lnSpc>
              <a:spcBef>
                <a:spcPts val="500"/>
              </a:spcBef>
              <a:spcAft>
                <a:spcPts val="0"/>
              </a:spcAft>
              <a:buClr>
                <a:schemeClr val="dk1"/>
              </a:buClr>
              <a:buSzPts val="1800"/>
              <a:buChar char="•"/>
            </a:lvl4pPr>
            <a:lvl5pPr algn="l" indent="-342900" lvl="4" marL="2286000">
              <a:lnSpc>
                <a:spcPct val="90000"/>
              </a:lnSpc>
              <a:spcBef>
                <a:spcPts val="500"/>
              </a:spcBef>
              <a:spcAft>
                <a:spcPts val="0"/>
              </a:spcAft>
              <a:buClr>
                <a:schemeClr val="dk1"/>
              </a:buClr>
              <a:buSzPts val="1800"/>
              <a:buChar char="•"/>
            </a:lvl5pPr>
            <a:lvl6pPr algn="l" indent="-342900" lvl="5" marL="2743200">
              <a:lnSpc>
                <a:spcPct val="90000"/>
              </a:lnSpc>
              <a:spcBef>
                <a:spcPts val="500"/>
              </a:spcBef>
              <a:spcAft>
                <a:spcPts val="0"/>
              </a:spcAft>
              <a:buClr>
                <a:schemeClr val="dk1"/>
              </a:buClr>
              <a:buSzPts val="1800"/>
              <a:buChar char="•"/>
            </a:lvl6pPr>
            <a:lvl7pPr algn="l" indent="-342900" lvl="6" marL="3200400">
              <a:lnSpc>
                <a:spcPct val="90000"/>
              </a:lnSpc>
              <a:spcBef>
                <a:spcPts val="500"/>
              </a:spcBef>
              <a:spcAft>
                <a:spcPts val="0"/>
              </a:spcAft>
              <a:buClr>
                <a:schemeClr val="dk1"/>
              </a:buClr>
              <a:buSzPts val="1800"/>
              <a:buChar char="•"/>
            </a:lvl7pPr>
            <a:lvl8pPr algn="l" indent="-342900" lvl="7" marL="3657600">
              <a:lnSpc>
                <a:spcPct val="90000"/>
              </a:lnSpc>
              <a:spcBef>
                <a:spcPts val="500"/>
              </a:spcBef>
              <a:spcAft>
                <a:spcPts val="0"/>
              </a:spcAft>
              <a:buClr>
                <a:schemeClr val="dk1"/>
              </a:buClr>
              <a:buSzPts val="1800"/>
              <a:buChar char="•"/>
            </a:lvl8pPr>
            <a:lvl9pPr algn="l" indent="-342900" lvl="8" marL="4114800">
              <a:lnSpc>
                <a:spcPct val="90000"/>
              </a:lnSpc>
              <a:spcBef>
                <a:spcPts val="500"/>
              </a:spcBef>
              <a:spcAft>
                <a:spcPts val="0"/>
              </a:spcAft>
              <a:buClr>
                <a:schemeClr val="dk1"/>
              </a:buClr>
              <a:buSzPts val="1800"/>
              <a:buChar char="•"/>
            </a:lvl9pPr>
          </a:lstStyle>
          <a:p/>
        </p:txBody>
      </p:sp>
      <p:sp>
        <p:nvSpPr>
          <p:cNvPr id="1048637" name="Google Shape;71;p11"/>
          <p:cNvSpPr txBox="1"/>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38" name="Google Shape;72;p11"/>
          <p:cNvSpPr txBox="1"/>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39" name="Google Shape;73;p11"/>
          <p:cNvSpPr txBox="1"/>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US"/>
              <a:t>‹#›</a:t>
            </a:fl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49" name="Shape 74"/>
        <p:cNvGrpSpPr/>
        <p:nvPr/>
      </p:nvGrpSpPr>
      <p:grpSpPr>
        <a:xfrm>
          <a:off x="0" y="0"/>
          <a:ext cx="0" cy="0"/>
          <a:chOff x="0" y="0"/>
          <a:chExt cx="0" cy="0"/>
        </a:xfrm>
      </p:grpSpPr>
      <p:sp>
        <p:nvSpPr>
          <p:cNvPr id="1048624" name="Google Shape;75;p12"/>
          <p:cNvSpPr txBox="1"/>
          <p:nvPr>
            <p:ph type="title"/>
          </p:nvPr>
        </p:nvSpPr>
        <p:spPr>
          <a:xfrm rot="5400000">
            <a:off x="7133431" y="1956594"/>
            <a:ext cx="5811838" cy="2628900"/>
          </a:xfrm>
          <a:prstGeom prst="rect"/>
          <a:noFill/>
          <a:ln>
            <a:noFill/>
          </a:ln>
        </p:spPr>
        <p:txBody>
          <a:bodyPr anchor="ctr" anchorCtr="0" bIns="45700" lIns="91425" rIns="91425" spcFirstLastPara="1" tIns="45700" wrap="square">
            <a:normAutofit/>
          </a:bodyPr>
          <a:lstStyle>
            <a:lvl1pPr algn="l" lvl="0">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25" name="Google Shape;76;p12"/>
          <p:cNvSpPr txBox="1"/>
          <p:nvPr>
            <p:ph type="body" idx="1"/>
          </p:nvPr>
        </p:nvSpPr>
        <p:spPr>
          <a:xfrm rot="5400000">
            <a:off x="1799431" y="-596106"/>
            <a:ext cx="5811838" cy="7734300"/>
          </a:xfrm>
          <a:prstGeom prst="rect"/>
          <a:noFill/>
          <a:ln>
            <a:noFill/>
          </a:ln>
        </p:spPr>
        <p:txBody>
          <a:bodyPr anchor="t" anchorCtr="0" bIns="45700" lIns="91425" rIns="91425" spcFirstLastPara="1" tIns="45700" wrap="square">
            <a:normAutofit/>
          </a:bodyPr>
          <a:lstStyle>
            <a:lvl1pPr algn="l" indent="-342900" lvl="0" marL="457200">
              <a:lnSpc>
                <a:spcPct val="90000"/>
              </a:lnSpc>
              <a:spcBef>
                <a:spcPts val="1000"/>
              </a:spcBef>
              <a:spcAft>
                <a:spcPts val="0"/>
              </a:spcAft>
              <a:buClr>
                <a:schemeClr val="dk1"/>
              </a:buClr>
              <a:buSzPts val="1800"/>
              <a:buChar char="•"/>
            </a:lvl1pPr>
            <a:lvl2pPr algn="l" indent="-342900" lvl="1" marL="914400">
              <a:lnSpc>
                <a:spcPct val="90000"/>
              </a:lnSpc>
              <a:spcBef>
                <a:spcPts val="500"/>
              </a:spcBef>
              <a:spcAft>
                <a:spcPts val="0"/>
              </a:spcAft>
              <a:buClr>
                <a:schemeClr val="dk1"/>
              </a:buClr>
              <a:buSzPts val="1800"/>
              <a:buChar char="•"/>
            </a:lvl2pPr>
            <a:lvl3pPr algn="l" indent="-342900" lvl="2" marL="1371600">
              <a:lnSpc>
                <a:spcPct val="90000"/>
              </a:lnSpc>
              <a:spcBef>
                <a:spcPts val="500"/>
              </a:spcBef>
              <a:spcAft>
                <a:spcPts val="0"/>
              </a:spcAft>
              <a:buClr>
                <a:schemeClr val="dk1"/>
              </a:buClr>
              <a:buSzPts val="1800"/>
              <a:buChar char="•"/>
            </a:lvl3pPr>
            <a:lvl4pPr algn="l" indent="-342900" lvl="3" marL="1828800">
              <a:lnSpc>
                <a:spcPct val="90000"/>
              </a:lnSpc>
              <a:spcBef>
                <a:spcPts val="500"/>
              </a:spcBef>
              <a:spcAft>
                <a:spcPts val="0"/>
              </a:spcAft>
              <a:buClr>
                <a:schemeClr val="dk1"/>
              </a:buClr>
              <a:buSzPts val="1800"/>
              <a:buChar char="•"/>
            </a:lvl4pPr>
            <a:lvl5pPr algn="l" indent="-342900" lvl="4" marL="2286000">
              <a:lnSpc>
                <a:spcPct val="90000"/>
              </a:lnSpc>
              <a:spcBef>
                <a:spcPts val="500"/>
              </a:spcBef>
              <a:spcAft>
                <a:spcPts val="0"/>
              </a:spcAft>
              <a:buClr>
                <a:schemeClr val="dk1"/>
              </a:buClr>
              <a:buSzPts val="1800"/>
              <a:buChar char="•"/>
            </a:lvl5pPr>
            <a:lvl6pPr algn="l" indent="-342900" lvl="5" marL="2743200">
              <a:lnSpc>
                <a:spcPct val="90000"/>
              </a:lnSpc>
              <a:spcBef>
                <a:spcPts val="500"/>
              </a:spcBef>
              <a:spcAft>
                <a:spcPts val="0"/>
              </a:spcAft>
              <a:buClr>
                <a:schemeClr val="dk1"/>
              </a:buClr>
              <a:buSzPts val="1800"/>
              <a:buChar char="•"/>
            </a:lvl6pPr>
            <a:lvl7pPr algn="l" indent="-342900" lvl="6" marL="3200400">
              <a:lnSpc>
                <a:spcPct val="90000"/>
              </a:lnSpc>
              <a:spcBef>
                <a:spcPts val="500"/>
              </a:spcBef>
              <a:spcAft>
                <a:spcPts val="0"/>
              </a:spcAft>
              <a:buClr>
                <a:schemeClr val="dk1"/>
              </a:buClr>
              <a:buSzPts val="1800"/>
              <a:buChar char="•"/>
            </a:lvl7pPr>
            <a:lvl8pPr algn="l" indent="-342900" lvl="7" marL="3657600">
              <a:lnSpc>
                <a:spcPct val="90000"/>
              </a:lnSpc>
              <a:spcBef>
                <a:spcPts val="500"/>
              </a:spcBef>
              <a:spcAft>
                <a:spcPts val="0"/>
              </a:spcAft>
              <a:buClr>
                <a:schemeClr val="dk1"/>
              </a:buClr>
              <a:buSzPts val="1800"/>
              <a:buChar char="•"/>
            </a:lvl8pPr>
            <a:lvl9pPr algn="l" indent="-342900" lvl="8" marL="4114800">
              <a:lnSpc>
                <a:spcPct val="90000"/>
              </a:lnSpc>
              <a:spcBef>
                <a:spcPts val="500"/>
              </a:spcBef>
              <a:spcAft>
                <a:spcPts val="0"/>
              </a:spcAft>
              <a:buClr>
                <a:schemeClr val="dk1"/>
              </a:buClr>
              <a:buSzPts val="1800"/>
              <a:buChar char="•"/>
            </a:lvl9pPr>
          </a:lstStyle>
          <a:p/>
        </p:txBody>
      </p:sp>
      <p:sp>
        <p:nvSpPr>
          <p:cNvPr id="1048626" name="Google Shape;77;p12"/>
          <p:cNvSpPr txBox="1"/>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27" name="Google Shape;78;p12"/>
          <p:cNvSpPr txBox="1"/>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28" name="Google Shape;79;p12"/>
          <p:cNvSpPr txBox="1"/>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US"/>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p:bgPr>
    </p:bg>
    <p:spTree>
      <p:nvGrpSpPr>
        <p:cNvPr id="10" name="Shape 5"/>
        <p:cNvGrpSpPr/>
        <p:nvPr/>
      </p:nvGrpSpPr>
      <p:grpSpPr>
        <a:xfrm>
          <a:off x="0" y="0"/>
          <a:ext cx="0" cy="0"/>
          <a:chOff x="0" y="0"/>
          <a:chExt cx="0" cy="0"/>
        </a:xfrm>
      </p:grpSpPr>
      <p:sp>
        <p:nvSpPr>
          <p:cNvPr id="1048576" name="Google Shape;6;p1"/>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lstStyle>
            <a:lvl1pPr algn="l" lvl="0" marR="0" rtl="0">
              <a:lnSpc>
                <a:spcPct val="90000"/>
              </a:lnSpc>
              <a:spcBef>
                <a:spcPts val="0"/>
              </a:spcBef>
              <a:spcAft>
                <a:spcPts val="0"/>
              </a:spcAft>
              <a:buClr>
                <a:schemeClr val="dk1"/>
              </a:buClr>
              <a:buSzPts val="4400"/>
              <a:buFont typeface="Calibri"/>
              <a:buNone/>
              <a:defRPr b="0" cap="none" sz="4400" i="0" strike="noStrike" u="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48577" name="Google Shape;7;p1"/>
          <p:cNvSpPr txBox="1"/>
          <p:nvPr>
            <p:ph type="body" idx="1"/>
          </p:nvPr>
        </p:nvSpPr>
        <p:spPr>
          <a:xfrm>
            <a:off x="838200" y="1825625"/>
            <a:ext cx="10515600" cy="4351338"/>
          </a:xfrm>
          <a:prstGeom prst="rect"/>
          <a:noFill/>
          <a:ln>
            <a:noFill/>
          </a:ln>
        </p:spPr>
        <p:txBody>
          <a:bodyPr anchor="t" anchorCtr="0" bIns="45700" lIns="91425" rIns="91425" spcFirstLastPara="1" tIns="45700" wrap="square">
            <a:normAutofit/>
          </a:bodyPr>
          <a:lstStyle>
            <a:lvl1pPr algn="l" indent="-406400" lvl="0" marL="457200" marR="0" rtl="0">
              <a:lnSpc>
                <a:spcPct val="90000"/>
              </a:lnSpc>
              <a:spcBef>
                <a:spcPts val="1000"/>
              </a:spcBef>
              <a:spcAft>
                <a:spcPts val="0"/>
              </a:spcAft>
              <a:buClr>
                <a:schemeClr val="dk1"/>
              </a:buClr>
              <a:buSzPts val="2800"/>
              <a:buFont typeface="Arial"/>
              <a:buChar char="•"/>
              <a:defRPr b="0" cap="none" sz="2800" i="0" strike="noStrike" u="none">
                <a:solidFill>
                  <a:schemeClr val="dk1"/>
                </a:solidFill>
                <a:latin typeface="Calibri"/>
                <a:ea typeface="Calibri"/>
                <a:cs typeface="Calibri"/>
                <a:sym typeface="Calibri"/>
              </a:defRPr>
            </a:lvl1pPr>
            <a:lvl2pPr algn="l" indent="-381000" lvl="1" marL="914400" marR="0" rtl="0">
              <a:lnSpc>
                <a:spcPct val="90000"/>
              </a:lnSpc>
              <a:spcBef>
                <a:spcPts val="500"/>
              </a:spcBef>
              <a:spcAft>
                <a:spcPts val="0"/>
              </a:spcAft>
              <a:buClr>
                <a:schemeClr val="dk1"/>
              </a:buClr>
              <a:buSzPts val="2400"/>
              <a:buFont typeface="Arial"/>
              <a:buChar char="•"/>
              <a:defRPr b="0" cap="none" sz="2400" i="0" strike="noStrike" u="none">
                <a:solidFill>
                  <a:schemeClr val="dk1"/>
                </a:solidFill>
                <a:latin typeface="Calibri"/>
                <a:ea typeface="Calibri"/>
                <a:cs typeface="Calibri"/>
                <a:sym typeface="Calibri"/>
              </a:defRPr>
            </a:lvl2pPr>
            <a:lvl3pPr algn="l" indent="-355600" lvl="2" marL="1371600" marR="0" rtl="0">
              <a:lnSpc>
                <a:spcPct val="90000"/>
              </a:lnSpc>
              <a:spcBef>
                <a:spcPts val="500"/>
              </a:spcBef>
              <a:spcAft>
                <a:spcPts val="0"/>
              </a:spcAft>
              <a:buClr>
                <a:schemeClr val="dk1"/>
              </a:buClr>
              <a:buSzPts val="2000"/>
              <a:buFont typeface="Arial"/>
              <a:buChar char="•"/>
              <a:defRPr b="0" cap="none" sz="2000" i="0" strike="noStrike" u="none">
                <a:solidFill>
                  <a:schemeClr val="dk1"/>
                </a:solidFill>
                <a:latin typeface="Calibri"/>
                <a:ea typeface="Calibri"/>
                <a:cs typeface="Calibri"/>
                <a:sym typeface="Calibri"/>
              </a:defRPr>
            </a:lvl3pPr>
            <a:lvl4pPr algn="l" indent="-342900" lvl="3" marL="1828800" marR="0" rtl="0">
              <a:lnSpc>
                <a:spcPct val="90000"/>
              </a:lnSpc>
              <a:spcBef>
                <a:spcPts val="500"/>
              </a:spcBef>
              <a:spcAft>
                <a:spcPts val="0"/>
              </a:spcAft>
              <a:buClr>
                <a:schemeClr val="dk1"/>
              </a:buClr>
              <a:buSzPts val="1800"/>
              <a:buFont typeface="Arial"/>
              <a:buChar char="•"/>
              <a:defRPr b="0" cap="none" sz="1800" i="0" strike="noStrike" u="none">
                <a:solidFill>
                  <a:schemeClr val="dk1"/>
                </a:solidFill>
                <a:latin typeface="Calibri"/>
                <a:ea typeface="Calibri"/>
                <a:cs typeface="Calibri"/>
                <a:sym typeface="Calibri"/>
              </a:defRPr>
            </a:lvl4pPr>
            <a:lvl5pPr algn="l" indent="-342900" lvl="4" marL="2286000" marR="0" rtl="0">
              <a:lnSpc>
                <a:spcPct val="90000"/>
              </a:lnSpc>
              <a:spcBef>
                <a:spcPts val="500"/>
              </a:spcBef>
              <a:spcAft>
                <a:spcPts val="0"/>
              </a:spcAft>
              <a:buClr>
                <a:schemeClr val="dk1"/>
              </a:buClr>
              <a:buSzPts val="1800"/>
              <a:buFont typeface="Arial"/>
              <a:buChar char="•"/>
              <a:defRPr b="0" cap="none" sz="1800" i="0" strike="noStrike" u="none">
                <a:solidFill>
                  <a:schemeClr val="dk1"/>
                </a:solidFill>
                <a:latin typeface="Calibri"/>
                <a:ea typeface="Calibri"/>
                <a:cs typeface="Calibri"/>
                <a:sym typeface="Calibri"/>
              </a:defRPr>
            </a:lvl5pPr>
            <a:lvl6pPr algn="l" indent="-342900" lvl="5" marL="2743200" marR="0" rtl="0">
              <a:lnSpc>
                <a:spcPct val="90000"/>
              </a:lnSpc>
              <a:spcBef>
                <a:spcPts val="500"/>
              </a:spcBef>
              <a:spcAft>
                <a:spcPts val="0"/>
              </a:spcAft>
              <a:buClr>
                <a:schemeClr val="dk1"/>
              </a:buClr>
              <a:buSzPts val="1800"/>
              <a:buFont typeface="Arial"/>
              <a:buChar char="•"/>
              <a:defRPr b="0" cap="none" sz="1800" i="0" strike="noStrike" u="none">
                <a:solidFill>
                  <a:schemeClr val="dk1"/>
                </a:solidFill>
                <a:latin typeface="Calibri"/>
                <a:ea typeface="Calibri"/>
                <a:cs typeface="Calibri"/>
                <a:sym typeface="Calibri"/>
              </a:defRPr>
            </a:lvl6pPr>
            <a:lvl7pPr algn="l" indent="-342900" lvl="6" marL="3200400" marR="0" rtl="0">
              <a:lnSpc>
                <a:spcPct val="90000"/>
              </a:lnSpc>
              <a:spcBef>
                <a:spcPts val="500"/>
              </a:spcBef>
              <a:spcAft>
                <a:spcPts val="0"/>
              </a:spcAft>
              <a:buClr>
                <a:schemeClr val="dk1"/>
              </a:buClr>
              <a:buSzPts val="1800"/>
              <a:buFont typeface="Arial"/>
              <a:buChar char="•"/>
              <a:defRPr b="0" cap="none" sz="1800" i="0" strike="noStrike" u="none">
                <a:solidFill>
                  <a:schemeClr val="dk1"/>
                </a:solidFill>
                <a:latin typeface="Calibri"/>
                <a:ea typeface="Calibri"/>
                <a:cs typeface="Calibri"/>
                <a:sym typeface="Calibri"/>
              </a:defRPr>
            </a:lvl7pPr>
            <a:lvl8pPr algn="l" indent="-342900" lvl="7" marL="3657600" marR="0" rtl="0">
              <a:lnSpc>
                <a:spcPct val="90000"/>
              </a:lnSpc>
              <a:spcBef>
                <a:spcPts val="500"/>
              </a:spcBef>
              <a:spcAft>
                <a:spcPts val="0"/>
              </a:spcAft>
              <a:buClr>
                <a:schemeClr val="dk1"/>
              </a:buClr>
              <a:buSzPts val="1800"/>
              <a:buFont typeface="Arial"/>
              <a:buChar char="•"/>
              <a:defRPr b="0" cap="none" sz="1800" i="0" strike="noStrike" u="none">
                <a:solidFill>
                  <a:schemeClr val="dk1"/>
                </a:solidFill>
                <a:latin typeface="Calibri"/>
                <a:ea typeface="Calibri"/>
                <a:cs typeface="Calibri"/>
                <a:sym typeface="Calibri"/>
              </a:defRPr>
            </a:lvl8pPr>
            <a:lvl9pPr algn="l" indent="-342900" lvl="8" marL="4114800" marR="0" rtl="0">
              <a:lnSpc>
                <a:spcPct val="90000"/>
              </a:lnSpc>
              <a:spcBef>
                <a:spcPts val="500"/>
              </a:spcBef>
              <a:spcAft>
                <a:spcPts val="0"/>
              </a:spcAft>
              <a:buClr>
                <a:schemeClr val="dk1"/>
              </a:buClr>
              <a:buSzPts val="1800"/>
              <a:buFont typeface="Arial"/>
              <a:buChar char="•"/>
              <a:defRPr b="0" cap="none" sz="1800" i="0" strike="noStrike" u="none">
                <a:solidFill>
                  <a:schemeClr val="dk1"/>
                </a:solidFill>
                <a:latin typeface="Calibri"/>
                <a:ea typeface="Calibri"/>
                <a:cs typeface="Calibri"/>
                <a:sym typeface="Calibri"/>
              </a:defRPr>
            </a:lvl9pPr>
          </a:lstStyle>
          <a:p/>
        </p:txBody>
      </p:sp>
      <p:sp>
        <p:nvSpPr>
          <p:cNvPr id="1048578" name="Google Shape;8;p1"/>
          <p:cNvSpPr txBox="1"/>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marR="0" rtl="0">
              <a:spcBef>
                <a:spcPts val="0"/>
              </a:spcBef>
              <a:spcAft>
                <a:spcPts val="0"/>
              </a:spcAft>
              <a:buSzPts val="1400"/>
              <a:buNone/>
              <a:defRPr b="0" cap="none" sz="1200" i="0" strike="noStrike" u="none">
                <a:solidFill>
                  <a:srgbClr val="888888"/>
                </a:solidFill>
                <a:latin typeface="Calibri"/>
                <a:ea typeface="Calibri"/>
                <a:cs typeface="Calibri"/>
                <a:sym typeface="Calibri"/>
              </a:defRPr>
            </a:lvl1pPr>
            <a:lvl2pPr algn="l" lvl="1" marR="0" rtl="0">
              <a:spcBef>
                <a:spcPts val="0"/>
              </a:spcBef>
              <a:spcAft>
                <a:spcPts val="0"/>
              </a:spcAft>
              <a:buSzPts val="1400"/>
              <a:buNone/>
              <a:defRPr b="0" cap="none" sz="1800" i="0" strike="noStrike" u="none">
                <a:solidFill>
                  <a:schemeClr val="dk1"/>
                </a:solidFill>
                <a:latin typeface="Calibri"/>
                <a:ea typeface="Calibri"/>
                <a:cs typeface="Calibri"/>
                <a:sym typeface="Calibri"/>
              </a:defRPr>
            </a:lvl2pPr>
            <a:lvl3pPr algn="l" lvl="2" marR="0" rtl="0">
              <a:spcBef>
                <a:spcPts val="0"/>
              </a:spcBef>
              <a:spcAft>
                <a:spcPts val="0"/>
              </a:spcAft>
              <a:buSzPts val="1400"/>
              <a:buNone/>
              <a:defRPr b="0" cap="none" sz="1800" i="0" strike="noStrike" u="none">
                <a:solidFill>
                  <a:schemeClr val="dk1"/>
                </a:solidFill>
                <a:latin typeface="Calibri"/>
                <a:ea typeface="Calibri"/>
                <a:cs typeface="Calibri"/>
                <a:sym typeface="Calibri"/>
              </a:defRPr>
            </a:lvl3pPr>
            <a:lvl4pPr algn="l" lvl="3" marR="0" rtl="0">
              <a:spcBef>
                <a:spcPts val="0"/>
              </a:spcBef>
              <a:spcAft>
                <a:spcPts val="0"/>
              </a:spcAft>
              <a:buSzPts val="1400"/>
              <a:buNone/>
              <a:defRPr b="0" cap="none" sz="1800" i="0" strike="noStrike" u="none">
                <a:solidFill>
                  <a:schemeClr val="dk1"/>
                </a:solidFill>
                <a:latin typeface="Calibri"/>
                <a:ea typeface="Calibri"/>
                <a:cs typeface="Calibri"/>
                <a:sym typeface="Calibri"/>
              </a:defRPr>
            </a:lvl4pPr>
            <a:lvl5pPr algn="l" lvl="4" marR="0" rtl="0">
              <a:spcBef>
                <a:spcPts val="0"/>
              </a:spcBef>
              <a:spcAft>
                <a:spcPts val="0"/>
              </a:spcAft>
              <a:buSzPts val="1400"/>
              <a:buNone/>
              <a:defRPr b="0" cap="none" sz="1800" i="0" strike="noStrike" u="none">
                <a:solidFill>
                  <a:schemeClr val="dk1"/>
                </a:solidFill>
                <a:latin typeface="Calibri"/>
                <a:ea typeface="Calibri"/>
                <a:cs typeface="Calibri"/>
                <a:sym typeface="Calibri"/>
              </a:defRPr>
            </a:lvl5pPr>
            <a:lvl6pPr algn="l" lvl="5" marR="0" rtl="0">
              <a:spcBef>
                <a:spcPts val="0"/>
              </a:spcBef>
              <a:spcAft>
                <a:spcPts val="0"/>
              </a:spcAft>
              <a:buSzPts val="1400"/>
              <a:buNone/>
              <a:defRPr b="0" cap="none" sz="1800" i="0" strike="noStrike" u="none">
                <a:solidFill>
                  <a:schemeClr val="dk1"/>
                </a:solidFill>
                <a:latin typeface="Calibri"/>
                <a:ea typeface="Calibri"/>
                <a:cs typeface="Calibri"/>
                <a:sym typeface="Calibri"/>
              </a:defRPr>
            </a:lvl6pPr>
            <a:lvl7pPr algn="l" lvl="6" marR="0" rtl="0">
              <a:spcBef>
                <a:spcPts val="0"/>
              </a:spcBef>
              <a:spcAft>
                <a:spcPts val="0"/>
              </a:spcAft>
              <a:buSzPts val="1400"/>
              <a:buNone/>
              <a:defRPr b="0" cap="none" sz="1800" i="0" strike="noStrike" u="none">
                <a:solidFill>
                  <a:schemeClr val="dk1"/>
                </a:solidFill>
                <a:latin typeface="Calibri"/>
                <a:ea typeface="Calibri"/>
                <a:cs typeface="Calibri"/>
                <a:sym typeface="Calibri"/>
              </a:defRPr>
            </a:lvl7pPr>
            <a:lvl8pPr algn="l" lvl="7" marR="0" rtl="0">
              <a:spcBef>
                <a:spcPts val="0"/>
              </a:spcBef>
              <a:spcAft>
                <a:spcPts val="0"/>
              </a:spcAft>
              <a:buSzPts val="1400"/>
              <a:buNone/>
              <a:defRPr b="0" cap="none" sz="1800" i="0" strike="noStrike" u="none">
                <a:solidFill>
                  <a:schemeClr val="dk1"/>
                </a:solidFill>
                <a:latin typeface="Calibri"/>
                <a:ea typeface="Calibri"/>
                <a:cs typeface="Calibri"/>
                <a:sym typeface="Calibri"/>
              </a:defRPr>
            </a:lvl8pPr>
            <a:lvl9pPr algn="l" lvl="8" marR="0" rtl="0">
              <a:spcBef>
                <a:spcPts val="0"/>
              </a:spcBef>
              <a:spcAft>
                <a:spcPts val="0"/>
              </a:spcAft>
              <a:buSzPts val="1400"/>
              <a:buNone/>
              <a:defRPr b="0" cap="none" sz="1800" i="0" strike="noStrike" u="none">
                <a:solidFill>
                  <a:schemeClr val="dk1"/>
                </a:solidFill>
                <a:latin typeface="Calibri"/>
                <a:ea typeface="Calibri"/>
                <a:cs typeface="Calibri"/>
                <a:sym typeface="Calibri"/>
              </a:defRPr>
            </a:lvl9pPr>
          </a:lstStyle>
          <a:p/>
        </p:txBody>
      </p:sp>
      <p:sp>
        <p:nvSpPr>
          <p:cNvPr id="1048579" name="Google Shape;9;p1"/>
          <p:cNvSpPr txBox="1"/>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marR="0" rtl="0">
              <a:spcBef>
                <a:spcPts val="0"/>
              </a:spcBef>
              <a:spcAft>
                <a:spcPts val="0"/>
              </a:spcAft>
              <a:buSzPts val="1400"/>
              <a:buNone/>
              <a:defRPr b="0" cap="none" sz="1200" i="0" strike="noStrike" u="none">
                <a:solidFill>
                  <a:srgbClr val="888888"/>
                </a:solidFill>
                <a:latin typeface="Calibri"/>
                <a:ea typeface="Calibri"/>
                <a:cs typeface="Calibri"/>
                <a:sym typeface="Calibri"/>
              </a:defRPr>
            </a:lvl1pPr>
            <a:lvl2pPr algn="l" lvl="1" marR="0" rtl="0">
              <a:spcBef>
                <a:spcPts val="0"/>
              </a:spcBef>
              <a:spcAft>
                <a:spcPts val="0"/>
              </a:spcAft>
              <a:buSzPts val="1400"/>
              <a:buNone/>
              <a:defRPr b="0" cap="none" sz="1800" i="0" strike="noStrike" u="none">
                <a:solidFill>
                  <a:schemeClr val="dk1"/>
                </a:solidFill>
                <a:latin typeface="Calibri"/>
                <a:ea typeface="Calibri"/>
                <a:cs typeface="Calibri"/>
                <a:sym typeface="Calibri"/>
              </a:defRPr>
            </a:lvl2pPr>
            <a:lvl3pPr algn="l" lvl="2" marR="0" rtl="0">
              <a:spcBef>
                <a:spcPts val="0"/>
              </a:spcBef>
              <a:spcAft>
                <a:spcPts val="0"/>
              </a:spcAft>
              <a:buSzPts val="1400"/>
              <a:buNone/>
              <a:defRPr b="0" cap="none" sz="1800" i="0" strike="noStrike" u="none">
                <a:solidFill>
                  <a:schemeClr val="dk1"/>
                </a:solidFill>
                <a:latin typeface="Calibri"/>
                <a:ea typeface="Calibri"/>
                <a:cs typeface="Calibri"/>
                <a:sym typeface="Calibri"/>
              </a:defRPr>
            </a:lvl3pPr>
            <a:lvl4pPr algn="l" lvl="3" marR="0" rtl="0">
              <a:spcBef>
                <a:spcPts val="0"/>
              </a:spcBef>
              <a:spcAft>
                <a:spcPts val="0"/>
              </a:spcAft>
              <a:buSzPts val="1400"/>
              <a:buNone/>
              <a:defRPr b="0" cap="none" sz="1800" i="0" strike="noStrike" u="none">
                <a:solidFill>
                  <a:schemeClr val="dk1"/>
                </a:solidFill>
                <a:latin typeface="Calibri"/>
                <a:ea typeface="Calibri"/>
                <a:cs typeface="Calibri"/>
                <a:sym typeface="Calibri"/>
              </a:defRPr>
            </a:lvl4pPr>
            <a:lvl5pPr algn="l" lvl="4" marR="0" rtl="0">
              <a:spcBef>
                <a:spcPts val="0"/>
              </a:spcBef>
              <a:spcAft>
                <a:spcPts val="0"/>
              </a:spcAft>
              <a:buSzPts val="1400"/>
              <a:buNone/>
              <a:defRPr b="0" cap="none" sz="1800" i="0" strike="noStrike" u="none">
                <a:solidFill>
                  <a:schemeClr val="dk1"/>
                </a:solidFill>
                <a:latin typeface="Calibri"/>
                <a:ea typeface="Calibri"/>
                <a:cs typeface="Calibri"/>
                <a:sym typeface="Calibri"/>
              </a:defRPr>
            </a:lvl5pPr>
            <a:lvl6pPr algn="l" lvl="5" marR="0" rtl="0">
              <a:spcBef>
                <a:spcPts val="0"/>
              </a:spcBef>
              <a:spcAft>
                <a:spcPts val="0"/>
              </a:spcAft>
              <a:buSzPts val="1400"/>
              <a:buNone/>
              <a:defRPr b="0" cap="none" sz="1800" i="0" strike="noStrike" u="none">
                <a:solidFill>
                  <a:schemeClr val="dk1"/>
                </a:solidFill>
                <a:latin typeface="Calibri"/>
                <a:ea typeface="Calibri"/>
                <a:cs typeface="Calibri"/>
                <a:sym typeface="Calibri"/>
              </a:defRPr>
            </a:lvl6pPr>
            <a:lvl7pPr algn="l" lvl="6" marR="0" rtl="0">
              <a:spcBef>
                <a:spcPts val="0"/>
              </a:spcBef>
              <a:spcAft>
                <a:spcPts val="0"/>
              </a:spcAft>
              <a:buSzPts val="1400"/>
              <a:buNone/>
              <a:defRPr b="0" cap="none" sz="1800" i="0" strike="noStrike" u="none">
                <a:solidFill>
                  <a:schemeClr val="dk1"/>
                </a:solidFill>
                <a:latin typeface="Calibri"/>
                <a:ea typeface="Calibri"/>
                <a:cs typeface="Calibri"/>
                <a:sym typeface="Calibri"/>
              </a:defRPr>
            </a:lvl7pPr>
            <a:lvl8pPr algn="l" lvl="7" marR="0" rtl="0">
              <a:spcBef>
                <a:spcPts val="0"/>
              </a:spcBef>
              <a:spcAft>
                <a:spcPts val="0"/>
              </a:spcAft>
              <a:buSzPts val="1400"/>
              <a:buNone/>
              <a:defRPr b="0" cap="none" sz="1800" i="0" strike="noStrike" u="none">
                <a:solidFill>
                  <a:schemeClr val="dk1"/>
                </a:solidFill>
                <a:latin typeface="Calibri"/>
                <a:ea typeface="Calibri"/>
                <a:cs typeface="Calibri"/>
                <a:sym typeface="Calibri"/>
              </a:defRPr>
            </a:lvl8pPr>
            <a:lvl9pPr algn="l" lvl="8" marR="0" rtl="0">
              <a:spcBef>
                <a:spcPts val="0"/>
              </a:spcBef>
              <a:spcAft>
                <a:spcPts val="0"/>
              </a:spcAft>
              <a:buSzPts val="1400"/>
              <a:buNone/>
              <a:defRPr b="0" cap="none" sz="1800" i="0" strike="noStrike" u="none">
                <a:solidFill>
                  <a:schemeClr val="dk1"/>
                </a:solidFill>
                <a:latin typeface="Calibri"/>
                <a:ea typeface="Calibri"/>
                <a:cs typeface="Calibri"/>
                <a:sym typeface="Calibri"/>
              </a:defRPr>
            </a:lvl9pPr>
          </a:lstStyle>
          <a:p/>
        </p:txBody>
      </p:sp>
      <p:sp>
        <p:nvSpPr>
          <p:cNvPr id="1048580" name="Google Shape;10;p1"/>
          <p:cNvSpPr txBox="1"/>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marR="0" rtl="0">
              <a:spcBef>
                <a:spcPts val="0"/>
              </a:spcBef>
              <a:buNone/>
              <a:defRPr b="0" cap="none" sz="1200" i="0" strike="noStrike" u="none">
                <a:solidFill>
                  <a:srgbClr val="888888"/>
                </a:solidFill>
                <a:latin typeface="Calibri"/>
                <a:ea typeface="Calibri"/>
                <a:cs typeface="Calibri"/>
                <a:sym typeface="Calibri"/>
              </a:defRPr>
            </a:lvl1pPr>
            <a:lvl2pPr algn="r" indent="0" lvl="1" marL="0" marR="0" rtl="0">
              <a:spcBef>
                <a:spcPts val="0"/>
              </a:spcBef>
              <a:buNone/>
              <a:defRPr b="0" cap="none" sz="1200" i="0" strike="noStrike" u="none">
                <a:solidFill>
                  <a:srgbClr val="888888"/>
                </a:solidFill>
                <a:latin typeface="Calibri"/>
                <a:ea typeface="Calibri"/>
                <a:cs typeface="Calibri"/>
                <a:sym typeface="Calibri"/>
              </a:defRPr>
            </a:lvl2pPr>
            <a:lvl3pPr algn="r" indent="0" lvl="2" marL="0" marR="0" rtl="0">
              <a:spcBef>
                <a:spcPts val="0"/>
              </a:spcBef>
              <a:buNone/>
              <a:defRPr b="0" cap="none" sz="1200" i="0" strike="noStrike" u="none">
                <a:solidFill>
                  <a:srgbClr val="888888"/>
                </a:solidFill>
                <a:latin typeface="Calibri"/>
                <a:ea typeface="Calibri"/>
                <a:cs typeface="Calibri"/>
                <a:sym typeface="Calibri"/>
              </a:defRPr>
            </a:lvl3pPr>
            <a:lvl4pPr algn="r" indent="0" lvl="3" marL="0" marR="0" rtl="0">
              <a:spcBef>
                <a:spcPts val="0"/>
              </a:spcBef>
              <a:buNone/>
              <a:defRPr b="0" cap="none" sz="1200" i="0" strike="noStrike" u="none">
                <a:solidFill>
                  <a:srgbClr val="888888"/>
                </a:solidFill>
                <a:latin typeface="Calibri"/>
                <a:ea typeface="Calibri"/>
                <a:cs typeface="Calibri"/>
                <a:sym typeface="Calibri"/>
              </a:defRPr>
            </a:lvl4pPr>
            <a:lvl5pPr algn="r" indent="0" lvl="4" marL="0" marR="0" rtl="0">
              <a:spcBef>
                <a:spcPts val="0"/>
              </a:spcBef>
              <a:buNone/>
              <a:defRPr b="0" cap="none" sz="1200" i="0" strike="noStrike" u="none">
                <a:solidFill>
                  <a:srgbClr val="888888"/>
                </a:solidFill>
                <a:latin typeface="Calibri"/>
                <a:ea typeface="Calibri"/>
                <a:cs typeface="Calibri"/>
                <a:sym typeface="Calibri"/>
              </a:defRPr>
            </a:lvl5pPr>
            <a:lvl6pPr algn="r" indent="0" lvl="5" marL="0" marR="0" rtl="0">
              <a:spcBef>
                <a:spcPts val="0"/>
              </a:spcBef>
              <a:buNone/>
              <a:defRPr b="0" cap="none" sz="1200" i="0" strike="noStrike" u="none">
                <a:solidFill>
                  <a:srgbClr val="888888"/>
                </a:solidFill>
                <a:latin typeface="Calibri"/>
                <a:ea typeface="Calibri"/>
                <a:cs typeface="Calibri"/>
                <a:sym typeface="Calibri"/>
              </a:defRPr>
            </a:lvl6pPr>
            <a:lvl7pPr algn="r" indent="0" lvl="6" marL="0" marR="0" rtl="0">
              <a:spcBef>
                <a:spcPts val="0"/>
              </a:spcBef>
              <a:buNone/>
              <a:defRPr b="0" cap="none" sz="1200" i="0" strike="noStrike" u="none">
                <a:solidFill>
                  <a:srgbClr val="888888"/>
                </a:solidFill>
                <a:latin typeface="Calibri"/>
                <a:ea typeface="Calibri"/>
                <a:cs typeface="Calibri"/>
                <a:sym typeface="Calibri"/>
              </a:defRPr>
            </a:lvl7pPr>
            <a:lvl8pPr algn="r" indent="0" lvl="7" marL="0" marR="0" rtl="0">
              <a:spcBef>
                <a:spcPts val="0"/>
              </a:spcBef>
              <a:buNone/>
              <a:defRPr b="0" cap="none" sz="1200" i="0" strike="noStrike" u="none">
                <a:solidFill>
                  <a:srgbClr val="888888"/>
                </a:solidFill>
                <a:latin typeface="Calibri"/>
                <a:ea typeface="Calibri"/>
                <a:cs typeface="Calibri"/>
                <a:sym typeface="Calibri"/>
              </a:defRPr>
            </a:lvl8pPr>
            <a:lvl9pPr algn="r" indent="0" lvl="8" marL="0" marR="0" rtl="0">
              <a:spcBef>
                <a:spcPts val="0"/>
              </a:spcBef>
              <a:buNone/>
              <a:defRPr b="0" cap="none" sz="1200" i="0" strike="noStrike" u="none">
                <a:solidFill>
                  <a:srgbClr val="888888"/>
                </a:solidFill>
                <a:latin typeface="Calibri"/>
                <a:ea typeface="Calibri"/>
                <a:cs typeface="Calibri"/>
                <a:sym typeface="Calibri"/>
              </a:defRPr>
            </a:lvl9pPr>
          </a:lstStyle>
          <a:p>
            <a:pPr algn="r" indent="0" lvl="0" marL="0" rtl="0">
              <a:spcBef>
                <a:spcPts val="0"/>
              </a:spcBef>
              <a:spcAft>
                <a:spcPts val="0"/>
              </a:spcAft>
              <a:buNone/>
            </a:pPr>
            <a:fld id="{00000000-1234-1234-1234-123412341234}" type="slidenum">
              <a:rPr lang="en-US"/>
              <a:t>‹#›</a:t>
            </a:fld>
          </a:p>
        </p:txBody>
      </p:sp>
    </p:spTree>
  </p:cSld>
  <p:clrMap accent1="accent1" accent2="accent2" accent3="accent3" accent4="accent4" accent5="accent5" accent6="accent6" bg1="lt1" bg2="dk2" tx1="dk1" tx2="lt2"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dt="0" ftr="0" hdr="0" sldNum="0"/>
  <p:txStyles>
    <p:title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titleStyle>
    <p:body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bodyStyle>
    <p:other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customXml" Target="../ink/ink6.xml"/><Relationship Id="rId5" Type="http://schemas.openxmlformats.org/officeDocument/2006/relationships/customXml" Target="../ink/ink7.xml"/><Relationship Id="rId6" Type="http://schemas.openxmlformats.org/officeDocument/2006/relationships/customXml" Target="../ink/ink8.xml"/><Relationship Id="rId7" Type="http://schemas.openxmlformats.org/officeDocument/2006/relationships/customXml" Target="../ink/ink9.xml"/><Relationship Id="rId8" Type="http://schemas.openxmlformats.org/officeDocument/2006/relationships/customXml" Target="../ink/ink10.xml"/><Relationship Id="rId9" Type="http://schemas.openxmlformats.org/officeDocument/2006/relationships/customXml" Target="../ink/ink11.xml"/><Relationship Id="rId10" Type="http://schemas.openxmlformats.org/officeDocument/2006/relationships/customXml" Target="../ink/ink12.xml"/><Relationship Id="rId11" Type="http://schemas.openxmlformats.org/officeDocument/2006/relationships/customXml" Target="../ink/ink13.xml"/><Relationship Id="rId12" Type="http://schemas.openxmlformats.org/officeDocument/2006/relationships/customXml" Target="../ink/ink14.xml"/><Relationship Id="rId13" Type="http://schemas.openxmlformats.org/officeDocument/2006/relationships/slideLayout" Target="../slideLayouts/slideLayout1.xml"/><Relationship Id="rId1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customXml" Target="../ink/ink15.xml"/><Relationship Id="rId4" Type="http://schemas.openxmlformats.org/officeDocument/2006/relationships/customXml" Target="../ink/ink16.xml"/><Relationship Id="rId5" Type="http://schemas.openxmlformats.org/officeDocument/2006/relationships/customXml" Target="../ink/ink17.xml"/><Relationship Id="rId6" Type="http://schemas.openxmlformats.org/officeDocument/2006/relationships/customXml" Target="../ink/ink18.xml"/><Relationship Id="rId7" Type="http://schemas.openxmlformats.org/officeDocument/2006/relationships/customXml" Target="../ink/ink19.xml"/><Relationship Id="rId8" Type="http://schemas.openxmlformats.org/officeDocument/2006/relationships/customXml" Target="../ink/ink23.xml"/><Relationship Id="rId9" Type="http://schemas.openxmlformats.org/officeDocument/2006/relationships/customXml" Target="../ink/ink24.xml"/><Relationship Id="rId10" Type="http://schemas.openxmlformats.org/officeDocument/2006/relationships/customXml" Target="../ink/ink25.xml"/><Relationship Id="rId11" Type="http://schemas.openxmlformats.org/officeDocument/2006/relationships/customXml" Target="../ink/ink26.xml"/><Relationship Id="rId12" Type="http://schemas.openxmlformats.org/officeDocument/2006/relationships/customXml" Target="../ink/ink27.xml"/><Relationship Id="rId13" Type="http://schemas.openxmlformats.org/officeDocument/2006/relationships/slideLayout" Target="../slideLayouts/slideLayout2.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customXml" Target="../ink/ink20.xml"/><Relationship Id="rId4" Type="http://schemas.openxmlformats.org/officeDocument/2006/relationships/customXml" Target="../ink/ink21.xml"/><Relationship Id="rId5" Type="http://schemas.openxmlformats.org/officeDocument/2006/relationships/customXml" Target="../ink/ink22.xml"/><Relationship Id="rId6" Type="http://schemas.openxmlformats.org/officeDocument/2006/relationships/customXml" Target="../ink/ink29.xml"/><Relationship Id="rId7" Type="http://schemas.openxmlformats.org/officeDocument/2006/relationships/customXml" Target="../ink/ink34.xml"/><Relationship Id="rId8" Type="http://schemas.openxmlformats.org/officeDocument/2006/relationships/customXml" Target="../ink/ink35.xml"/><Relationship Id="rId9" Type="http://schemas.openxmlformats.org/officeDocument/2006/relationships/customXml" Target="../ink/ink36.xml"/><Relationship Id="rId10" Type="http://schemas.openxmlformats.org/officeDocument/2006/relationships/customXml" Target="../ink/ink38.xml"/><Relationship Id="rId11" Type="http://schemas.openxmlformats.org/officeDocument/2006/relationships/customXml" Target="../ink/ink39.xml"/><Relationship Id="rId12" Type="http://schemas.openxmlformats.org/officeDocument/2006/relationships/customXml" Target="../ink/ink40.xml"/><Relationship Id="rId13" Type="http://schemas.openxmlformats.org/officeDocument/2006/relationships/customXml" Target="../ink/ink41.xml"/><Relationship Id="rId14" Type="http://schemas.openxmlformats.org/officeDocument/2006/relationships/customXml" Target="../ink/ink42.xml"/><Relationship Id="rId15" Type="http://schemas.openxmlformats.org/officeDocument/2006/relationships/customXml" Target="../ink/ink43.xml"/><Relationship Id="rId16" Type="http://schemas.openxmlformats.org/officeDocument/2006/relationships/customXml" Target="../ink/ink44.xml"/><Relationship Id="rId17" Type="http://schemas.openxmlformats.org/officeDocument/2006/relationships/customXml" Target="../ink/ink45.xml"/><Relationship Id="rId18" Type="http://schemas.openxmlformats.org/officeDocument/2006/relationships/customXml" Target="../ink/ink46.xml"/><Relationship Id="rId19" Type="http://schemas.openxmlformats.org/officeDocument/2006/relationships/customXml" Target="../ink/ink47.xml"/><Relationship Id="rId20" Type="http://schemas.openxmlformats.org/officeDocument/2006/relationships/customXml" Target="../ink/ink48.xml"/><Relationship Id="rId21" Type="http://schemas.openxmlformats.org/officeDocument/2006/relationships/customXml" Target="../ink/ink49.xml"/><Relationship Id="rId22" Type="http://schemas.openxmlformats.org/officeDocument/2006/relationships/customXml" Target="../ink/ink50.xml"/><Relationship Id="rId23" Type="http://schemas.openxmlformats.org/officeDocument/2006/relationships/customXml" Target="../ink/ink51.xml"/><Relationship Id="rId24" Type="http://schemas.openxmlformats.org/officeDocument/2006/relationships/customXml" Target="../ink/ink52.xml"/><Relationship Id="rId25" Type="http://schemas.openxmlformats.org/officeDocument/2006/relationships/customXml" Target="../ink/ink53.xml"/><Relationship Id="rId26" Type="http://schemas.openxmlformats.org/officeDocument/2006/relationships/customXml" Target="../ink/ink54.xml"/><Relationship Id="rId27" Type="http://schemas.openxmlformats.org/officeDocument/2006/relationships/customXml" Target="../ink/ink55.xml"/><Relationship Id="rId28" Type="http://schemas.openxmlformats.org/officeDocument/2006/relationships/customXml" Target="../ink/ink56.xml"/><Relationship Id="rId29" Type="http://schemas.openxmlformats.org/officeDocument/2006/relationships/customXml" Target="../ink/ink57.xml"/><Relationship Id="rId30" Type="http://schemas.openxmlformats.org/officeDocument/2006/relationships/customXml" Target="../ink/ink58.xml"/><Relationship Id="rId31" Type="http://schemas.openxmlformats.org/officeDocument/2006/relationships/customXml" Target="../ink/ink70.xml"/><Relationship Id="rId32" Type="http://schemas.openxmlformats.org/officeDocument/2006/relationships/customXml" Target="../ink/ink71.xml"/><Relationship Id="rId33" Type="http://schemas.openxmlformats.org/officeDocument/2006/relationships/customXml" Target="../ink/ink72.xml"/><Relationship Id="rId34" Type="http://schemas.openxmlformats.org/officeDocument/2006/relationships/customXml" Target="../ink/ink73.xml"/><Relationship Id="rId35" Type="http://schemas.openxmlformats.org/officeDocument/2006/relationships/customXml" Target="../ink/ink74.xml"/><Relationship Id="rId36" Type="http://schemas.openxmlformats.org/officeDocument/2006/relationships/customXml" Target="../ink/ink75.xml"/><Relationship Id="rId37" Type="http://schemas.openxmlformats.org/officeDocument/2006/relationships/customXml" Target="../ink/ink76.xml"/><Relationship Id="rId38" Type="http://schemas.openxmlformats.org/officeDocument/2006/relationships/customXml" Target="../ink/ink77.xml"/><Relationship Id="rId39" Type="http://schemas.openxmlformats.org/officeDocument/2006/relationships/customXml" Target="../ink/ink78.xml"/><Relationship Id="rId40" Type="http://schemas.openxmlformats.org/officeDocument/2006/relationships/customXml" Target="../ink/ink79.xml"/><Relationship Id="rId41" Type="http://schemas.openxmlformats.org/officeDocument/2006/relationships/customXml" Target="../ink/ink80.xml"/><Relationship Id="rId42" Type="http://schemas.openxmlformats.org/officeDocument/2006/relationships/customXml" Target="../ink/ink81.xml"/><Relationship Id="rId43" Type="http://schemas.openxmlformats.org/officeDocument/2006/relationships/customXml" Target="../ink/ink85.xml"/><Relationship Id="rId44" Type="http://schemas.openxmlformats.org/officeDocument/2006/relationships/customXml" Target="../ink/ink86.xml"/><Relationship Id="rId45" Type="http://schemas.openxmlformats.org/officeDocument/2006/relationships/customXml" Target="../ink/ink87.xml"/><Relationship Id="rId46" Type="http://schemas.openxmlformats.org/officeDocument/2006/relationships/customXml" Target="../ink/ink88.xml"/><Relationship Id="rId47" Type="http://schemas.openxmlformats.org/officeDocument/2006/relationships/customXml" Target="../ink/ink89.xml"/><Relationship Id="rId48" Type="http://schemas.openxmlformats.org/officeDocument/2006/relationships/customXml" Target="../ink/ink90.xml"/><Relationship Id="rId49" Type="http://schemas.openxmlformats.org/officeDocument/2006/relationships/customXml" Target="../ink/ink93.xml"/><Relationship Id="rId50" Type="http://schemas.openxmlformats.org/officeDocument/2006/relationships/customXml" Target="../ink/ink94.xml"/><Relationship Id="rId51" Type="http://schemas.openxmlformats.org/officeDocument/2006/relationships/customXml" Target="../ink/ink97.xml"/><Relationship Id="rId52" Type="http://schemas.openxmlformats.org/officeDocument/2006/relationships/customXml" Target="../ink/ink117.xml"/><Relationship Id="rId53" Type="http://schemas.openxmlformats.org/officeDocument/2006/relationships/customXml" Target="../ink/ink118.xml"/><Relationship Id="rId54" Type="http://schemas.openxmlformats.org/officeDocument/2006/relationships/slideLayout" Target="../slideLayouts/slideLayout2.xml"/><Relationship Id="rId5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customXml" Target="../ink/ink59.xml"/><Relationship Id="rId4" Type="http://schemas.openxmlformats.org/officeDocument/2006/relationships/customXml" Target="../ink/ink60.xml"/><Relationship Id="rId5" Type="http://schemas.openxmlformats.org/officeDocument/2006/relationships/customXml" Target="../ink/ink61.xml"/><Relationship Id="rId6" Type="http://schemas.openxmlformats.org/officeDocument/2006/relationships/customXml" Target="../ink/ink62.xml"/><Relationship Id="rId7" Type="http://schemas.openxmlformats.org/officeDocument/2006/relationships/customXml" Target="../ink/ink63.xml"/><Relationship Id="rId8" Type="http://schemas.openxmlformats.org/officeDocument/2006/relationships/customXml" Target="../ink/ink64.xml"/><Relationship Id="rId9" Type="http://schemas.openxmlformats.org/officeDocument/2006/relationships/customXml" Target="../ink/ink65.xml"/><Relationship Id="rId10" Type="http://schemas.openxmlformats.org/officeDocument/2006/relationships/customXml" Target="../ink/ink66.xml"/><Relationship Id="rId11" Type="http://schemas.openxmlformats.org/officeDocument/2006/relationships/customXml" Target="../ink/ink67.xml"/><Relationship Id="rId12" Type="http://schemas.openxmlformats.org/officeDocument/2006/relationships/customXml" Target="../ink/ink68.xml"/><Relationship Id="rId13" Type="http://schemas.openxmlformats.org/officeDocument/2006/relationships/customXml" Target="../ink/ink82.xml"/><Relationship Id="rId14" Type="http://schemas.openxmlformats.org/officeDocument/2006/relationships/customXml" Target="../ink/ink83.xml"/><Relationship Id="rId15" Type="http://schemas.openxmlformats.org/officeDocument/2006/relationships/customXml" Target="../ink/ink84.xml"/><Relationship Id="rId16" Type="http://schemas.openxmlformats.org/officeDocument/2006/relationships/customXml" Target="../ink/ink91.xml"/><Relationship Id="rId17" Type="http://schemas.openxmlformats.org/officeDocument/2006/relationships/customXml" Target="../ink/ink92.xml"/><Relationship Id="rId18" Type="http://schemas.openxmlformats.org/officeDocument/2006/relationships/customXml" Target="../ink/ink98.xml"/><Relationship Id="rId19" Type="http://schemas.openxmlformats.org/officeDocument/2006/relationships/customXml" Target="../ink/ink99.xml"/><Relationship Id="rId20" Type="http://schemas.openxmlformats.org/officeDocument/2006/relationships/customXml" Target="../ink/ink100.xml"/><Relationship Id="rId21" Type="http://schemas.openxmlformats.org/officeDocument/2006/relationships/customXml" Target="../ink/ink108.xml"/><Relationship Id="rId22" Type="http://schemas.openxmlformats.org/officeDocument/2006/relationships/customXml" Target="../ink/ink109.xml"/><Relationship Id="rId23" Type="http://schemas.openxmlformats.org/officeDocument/2006/relationships/slideLayout" Target="../slideLayouts/slideLayout2.xml"/><Relationship Id="rId2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customXml" Target="../ink/ink95.xml"/><Relationship Id="rId3" Type="http://schemas.openxmlformats.org/officeDocument/2006/relationships/customXml" Target="../ink/ink96.xml"/><Relationship Id="rId4" Type="http://schemas.openxmlformats.org/officeDocument/2006/relationships/customXml" Target="../ink/ink101.xml"/><Relationship Id="rId5" Type="http://schemas.openxmlformats.org/officeDocument/2006/relationships/customXml" Target="../ink/ink102.xml"/><Relationship Id="rId6" Type="http://schemas.openxmlformats.org/officeDocument/2006/relationships/customXml" Target="../ink/ink103.xml"/><Relationship Id="rId7" Type="http://schemas.openxmlformats.org/officeDocument/2006/relationships/customXml" Target="../ink/ink104.xml"/><Relationship Id="rId8" Type="http://schemas.openxmlformats.org/officeDocument/2006/relationships/customXml" Target="../ink/ink105.xml"/><Relationship Id="rId9" Type="http://schemas.openxmlformats.org/officeDocument/2006/relationships/customXml" Target="../ink/ink106.xml"/><Relationship Id="rId10" Type="http://schemas.openxmlformats.org/officeDocument/2006/relationships/customXml" Target="../ink/ink107.xml"/><Relationship Id="rId11" Type="http://schemas.openxmlformats.org/officeDocument/2006/relationships/slideLayout" Target="../slideLayouts/slideLayout2.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customXml" Target="../ink/ink110.xml"/><Relationship Id="rId4" Type="http://schemas.openxmlformats.org/officeDocument/2006/relationships/customXml" Target="../ink/ink111.xml"/><Relationship Id="rId5" Type="http://schemas.openxmlformats.org/officeDocument/2006/relationships/customXml" Target="../ink/ink112.xml"/><Relationship Id="rId6" Type="http://schemas.openxmlformats.org/officeDocument/2006/relationships/customXml" Target="../ink/ink113.xml"/><Relationship Id="rId7" Type="http://schemas.openxmlformats.org/officeDocument/2006/relationships/customXml" Target="../ink/ink114.xml"/><Relationship Id="rId8" Type="http://schemas.openxmlformats.org/officeDocument/2006/relationships/customXml" Target="../ink/ink115.xml"/><Relationship Id="rId9" Type="http://schemas.openxmlformats.org/officeDocument/2006/relationships/customXml" Target="../ink/ink116.xml"/><Relationship Id="rId10" Type="http://schemas.openxmlformats.org/officeDocument/2006/relationships/slideLayout" Target="../slideLayouts/slideLayout2.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slideLayout" Target="../slideLayouts/slideLayout2.xml"/><Relationship Id="rId9"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45" name="Shape 83"/>
        <p:cNvGrpSpPr/>
        <p:nvPr/>
      </p:nvGrpSpPr>
      <p:grpSpPr>
        <a:xfrm>
          <a:off x="0" y="0"/>
          <a:ext cx="0" cy="0"/>
          <a:chOff x="0" y="0"/>
          <a:chExt cx="0" cy="0"/>
        </a:xfrm>
      </p:grpSpPr>
      <p:sp>
        <p:nvSpPr>
          <p:cNvPr id="1048615" name="Google Shape;84;p13"/>
          <p:cNvSpPr/>
          <p:nvPr/>
        </p:nvSpPr>
        <p:spPr>
          <a:xfrm>
            <a:off x="588818" y="1069005"/>
            <a:ext cx="6096000" cy="477054"/>
          </a:xfrm>
          <a:prstGeom prst="rect"/>
          <a:noFill/>
          <a:ln>
            <a:noFill/>
          </a:ln>
        </p:spPr>
        <p:txBody>
          <a:bodyPr anchor="t" anchorCtr="0" bIns="45700" lIns="91425" rIns="91425" spcFirstLastPara="1" tIns="45700" wrap="square">
            <a:noAutofit/>
          </a:bodyPr>
          <a:p>
            <a:pPr algn="l" indent="0" lvl="0" marL="0" marR="0" rtl="0">
              <a:spcBef>
                <a:spcPts val="0"/>
              </a:spcBef>
              <a:spcAft>
                <a:spcPts val="0"/>
              </a:spcAft>
              <a:buNone/>
            </a:pPr>
            <a:r>
              <a:rPr b="1" cap="none" sz="2500" i="0" lang="en-US" strike="noStrike" u="none">
                <a:solidFill>
                  <a:schemeClr val="accent5"/>
                </a:solidFill>
                <a:latin typeface="Arial"/>
                <a:ea typeface="Arial"/>
                <a:cs typeface="Arial"/>
                <a:sym typeface="Arial"/>
              </a:rPr>
              <a:t>Why regression?</a:t>
            </a:r>
          </a:p>
        </p:txBody>
      </p:sp>
      <p:pic>
        <p:nvPicPr>
          <p:cNvPr id="2097172" name="Google Shape;85;p13"/>
          <p:cNvPicPr preferRelativeResize="0">
            <a:picLocks/>
          </p:cNvPicPr>
          <p:nvPr/>
        </p:nvPicPr>
        <p:blipFill rotWithShape="1">
          <a:blip xmlns:r="http://schemas.openxmlformats.org/officeDocument/2006/relationships" r:embed="rId1">
            <a:alphaModFix/>
          </a:blip>
          <a:srcRect l="0" t="0" r="0" b="0"/>
          <a:stretch>
            <a:fillRect/>
          </a:stretch>
        </p:blipFill>
        <p:spPr>
          <a:xfrm>
            <a:off x="588818" y="287048"/>
            <a:ext cx="5131828" cy="599643"/>
          </a:xfrm>
          <a:prstGeom prst="rect"/>
          <a:noFill/>
          <a:ln>
            <a:noFill/>
          </a:ln>
        </p:spPr>
      </p:pic>
      <p:sp>
        <p:nvSpPr>
          <p:cNvPr id="1048616" name="Google Shape;86;p13"/>
          <p:cNvSpPr/>
          <p:nvPr/>
        </p:nvSpPr>
        <p:spPr>
          <a:xfrm>
            <a:off x="588818" y="1580666"/>
            <a:ext cx="10875818" cy="1446550"/>
          </a:xfrm>
          <a:prstGeom prst="rect"/>
          <a:noFill/>
          <a:ln>
            <a:noFill/>
          </a:ln>
        </p:spPr>
        <p:txBody>
          <a:bodyPr anchor="t" anchorCtr="0" bIns="45700" lIns="91425" rIns="91425" spcFirstLastPara="1" tIns="45700" wrap="square">
            <a:noAutofit/>
          </a:bodyPr>
          <a:p>
            <a:pPr algn="just" indent="0" lvl="0" marL="0" marR="0" rtl="0">
              <a:spcBef>
                <a:spcPts val="0"/>
              </a:spcBef>
              <a:spcAft>
                <a:spcPts val="0"/>
              </a:spcAft>
              <a:buNone/>
            </a:pPr>
            <a:r>
              <a:rPr b="0" sz="2200" i="0" lang="en-US">
                <a:solidFill>
                  <a:srgbClr val="001D35"/>
                </a:solidFill>
                <a:latin typeface="Arial"/>
                <a:ea typeface="Arial"/>
                <a:cs typeface="Arial"/>
                <a:sym typeface="Arial"/>
              </a:rPr>
              <a:t>Regression analysis is used to understand and model the </a:t>
            </a:r>
            <a:r>
              <a:rPr b="1" sz="2200" i="0" lang="en-US">
                <a:solidFill>
                  <a:srgbClr val="001D35"/>
                </a:solidFill>
                <a:latin typeface="Arial"/>
                <a:ea typeface="Arial"/>
                <a:cs typeface="Arial"/>
                <a:sym typeface="Arial"/>
              </a:rPr>
              <a:t>relationship</a:t>
            </a:r>
            <a:r>
              <a:rPr b="0" sz="2200" i="0" lang="en-US">
                <a:solidFill>
                  <a:srgbClr val="001D35"/>
                </a:solidFill>
                <a:latin typeface="Arial"/>
                <a:ea typeface="Arial"/>
                <a:cs typeface="Arial"/>
                <a:sym typeface="Arial"/>
              </a:rPr>
              <a:t> between a dependent variable and one or more independent variables, allowing for </a:t>
            </a:r>
            <a:r>
              <a:rPr b="1" sz="2200" i="0" lang="en-US">
                <a:solidFill>
                  <a:srgbClr val="001D35"/>
                </a:solidFill>
                <a:latin typeface="Arial"/>
                <a:ea typeface="Arial"/>
                <a:cs typeface="Arial"/>
                <a:sym typeface="Arial"/>
              </a:rPr>
              <a:t>prediction and understanding</a:t>
            </a:r>
            <a:r>
              <a:rPr b="0" sz="2200" i="0" lang="en-US">
                <a:solidFill>
                  <a:srgbClr val="001D35"/>
                </a:solidFill>
                <a:latin typeface="Arial"/>
                <a:ea typeface="Arial"/>
                <a:cs typeface="Arial"/>
                <a:sym typeface="Arial"/>
              </a:rPr>
              <a:t> of how changes in independent variables affect the dependent variable. </a:t>
            </a:r>
            <a:endParaRPr sz="2200">
              <a:solidFill>
                <a:schemeClr val="dk1"/>
              </a:solidFill>
              <a:latin typeface="Calibri"/>
              <a:ea typeface="Calibri"/>
              <a:cs typeface="Calibri"/>
              <a:sym typeface="Calibri"/>
            </a:endParaRPr>
          </a:p>
        </p:txBody>
      </p:sp>
      <p:pic>
        <p:nvPicPr>
          <p:cNvPr id="2097173" name="Google Shape;87;p13"/>
          <p:cNvPicPr preferRelativeResize="0">
            <a:picLocks/>
          </p:cNvPicPr>
          <p:nvPr/>
        </p:nvPicPr>
        <p:blipFill rotWithShape="1">
          <a:blip xmlns:r="http://schemas.openxmlformats.org/officeDocument/2006/relationships" r:embed="rId2">
            <a:alphaModFix/>
          </a:blip>
          <a:srcRect l="0" t="0" r="0" b="0"/>
          <a:stretch>
            <a:fillRect/>
          </a:stretch>
        </p:blipFill>
        <p:spPr>
          <a:xfrm>
            <a:off x="6979928" y="2680625"/>
            <a:ext cx="5212072" cy="4010893"/>
          </a:xfrm>
          <a:prstGeom prst="rect"/>
          <a:noFill/>
          <a:ln>
            <a:noFill/>
          </a:ln>
        </p:spPr>
      </p:pic>
      <p:pic>
        <p:nvPicPr>
          <p:cNvPr id="2097174" name="Google Shape;88;p13"/>
          <p:cNvPicPr preferRelativeResize="0">
            <a:picLocks/>
          </p:cNvPicPr>
          <p:nvPr/>
        </p:nvPicPr>
        <p:blipFill rotWithShape="1">
          <a:blip xmlns:r="http://schemas.openxmlformats.org/officeDocument/2006/relationships" r:embed="rId3">
            <a:alphaModFix/>
          </a:blip>
          <a:srcRect l="0" t="0" r="0" b="0"/>
          <a:stretch>
            <a:fillRect/>
          </a:stretch>
        </p:blipFill>
        <p:spPr>
          <a:xfrm>
            <a:off x="544925" y="3027216"/>
            <a:ext cx="2800350" cy="552450"/>
          </a:xfrm>
          <a:prstGeom prst="rect"/>
          <a:noFill/>
          <a:ln>
            <a:noFill/>
          </a:ln>
        </p:spPr>
      </p:pic>
      <p:sp>
        <p:nvSpPr>
          <p:cNvPr id="1048617" name="Google Shape;89;p13"/>
          <p:cNvSpPr/>
          <p:nvPr/>
        </p:nvSpPr>
        <p:spPr>
          <a:xfrm>
            <a:off x="544924" y="3596533"/>
            <a:ext cx="6435003" cy="2800767"/>
          </a:xfrm>
          <a:prstGeom prst="rect"/>
          <a:noFill/>
          <a:ln>
            <a:noFill/>
          </a:ln>
        </p:spPr>
        <p:txBody>
          <a:bodyPr anchor="t" anchorCtr="0" bIns="45700" lIns="91425" rIns="91425" spcFirstLastPara="1" tIns="45700" wrap="square">
            <a:noAutofit/>
          </a:bodyPr>
          <a:p>
            <a:pPr algn="just" indent="0" lvl="0" marL="0" marR="0" rtl="0">
              <a:spcBef>
                <a:spcPts val="0"/>
              </a:spcBef>
              <a:spcAft>
                <a:spcPts val="0"/>
              </a:spcAft>
              <a:buNone/>
            </a:pPr>
            <a:r>
              <a:rPr sz="2200" lang="en-US">
                <a:solidFill>
                  <a:srgbClr val="001D35"/>
                </a:solidFill>
                <a:latin typeface="Arial"/>
                <a:ea typeface="Arial"/>
                <a:cs typeface="Arial"/>
                <a:sym typeface="Arial"/>
              </a:rPr>
              <a:t>The line of best fit, also known as the regression line or trend line, is a straight line that best represents the relationship between two variables in a dataset. It is determined by minimizing the overall distance between the data points and the line. Specifically, the best fit occurs when the sum of the squares of the vertical distances from each point to the line is at its lowest possible value.</a:t>
            </a:r>
            <a:endParaRPr sz="2200">
              <a:solidFill>
                <a:schemeClr val="dk1"/>
              </a:solidFill>
              <a:latin typeface="Calibri"/>
              <a:ea typeface="Calibri"/>
              <a:cs typeface="Calibri"/>
              <a:sym typeface="Calibri"/>
            </a:endParaRPr>
          </a:p>
        </p:txBody>
      </p:sp>
      <mc:AlternateContent xmlns:mc="http://schemas.openxmlformats.org/markup-compatibility/2006">
        <mc:Choice xmlns:p14="http://schemas.microsoft.com/office/powerpoint/2010/main" Requires="p14">
          <p:contentPart p14:bwMode="auto" r:id="rId4">
            <p14:nvContentPartPr>
              <p14:cNvPr id="1048674" name=""/>
              <p14:cNvContentPartPr/>
              <p14:nvPr/>
            </p14:nvContentPartPr>
            <p14:xfrm>
              <a:off x="8255170" y="1985483"/>
              <a:ext cx="1696604" cy="40350"/>
            </p14:xfrm>
          </p:contentPart>
        </mc:Choice>
        <mc:Fallback>
          <p:sp>
            <p:nvSpPr>
              <p:cNvPr id="1048674" name=""/>
              <p:cNvSpPr/>
              <p:nvPr/>
            </p:nvSpPr>
            <p:spPr>
              <a:xfrm>
                <a:off x="8255170" y="1985483"/>
                <a:ext cx="1696604" cy="40350"/>
              </a:xfrm>
            </p:spPr>
          </p:sp>
        </mc:Fallback>
      </mc:AlternateContent>
      <mc:AlternateContent xmlns:mc="http://schemas.openxmlformats.org/markup-compatibility/2006">
        <mc:Choice xmlns:p14="http://schemas.microsoft.com/office/powerpoint/2010/main" Requires="p14">
          <p:contentPart p14:bwMode="auto" r:id="rId5">
            <p14:nvContentPartPr>
              <p14:cNvPr id="1048675" name=""/>
              <p14:cNvContentPartPr/>
              <p14:nvPr/>
            </p14:nvContentPartPr>
            <p14:xfrm>
              <a:off x="10230388" y="1987967"/>
              <a:ext cx="1038417" cy="24954"/>
            </p14:xfrm>
          </p:contentPart>
        </mc:Choice>
        <mc:Fallback>
          <p:sp>
            <p:nvSpPr>
              <p:cNvPr id="1048675" name=""/>
              <p:cNvSpPr/>
              <p:nvPr/>
            </p:nvSpPr>
            <p:spPr>
              <a:xfrm>
                <a:off x="10230388" y="1987967"/>
                <a:ext cx="1038417" cy="24954"/>
              </a:xfrm>
            </p:spPr>
          </p:sp>
        </mc:Fallback>
      </mc:AlternateContent>
      <mc:AlternateContent xmlns:mc="http://schemas.openxmlformats.org/markup-compatibility/2006">
        <mc:Choice xmlns:p14="http://schemas.microsoft.com/office/powerpoint/2010/main" Requires="p14">
          <p:contentPart p14:bwMode="auto" r:id="rId6">
            <p14:nvContentPartPr>
              <p14:cNvPr id="1048676" name=""/>
              <p14:cNvContentPartPr/>
              <p14:nvPr/>
            </p14:nvContentPartPr>
            <p14:xfrm>
              <a:off x="710596" y="2363063"/>
              <a:ext cx="2450120" cy="66678"/>
            </p14:xfrm>
          </p:contentPart>
        </mc:Choice>
        <mc:Fallback>
          <p:sp>
            <p:nvSpPr>
              <p:cNvPr id="1048676" name=""/>
              <p:cNvSpPr/>
              <p:nvPr/>
            </p:nvSpPr>
            <p:spPr>
              <a:xfrm>
                <a:off x="710596" y="2363063"/>
                <a:ext cx="2450120" cy="66678"/>
              </a:xfrm>
            </p:spPr>
          </p:sp>
        </mc:Fallback>
      </mc:AlternateContent>
      <mc:AlternateContent xmlns:mc="http://schemas.openxmlformats.org/markup-compatibility/2006">
        <mc:Choice xmlns:p14="http://schemas.microsoft.com/office/powerpoint/2010/main" Requires="p14">
          <p:contentPart p14:bwMode="auto" r:id="rId7">
            <p14:nvContentPartPr>
              <p14:cNvPr id="1048677" name=""/>
              <p14:cNvContentPartPr/>
              <p14:nvPr/>
            </p14:nvContentPartPr>
            <p14:xfrm>
              <a:off x="3862035" y="2379637"/>
              <a:ext cx="2753802" cy="60214"/>
            </p14:xfrm>
          </p:contentPart>
        </mc:Choice>
        <mc:Fallback>
          <p:sp>
            <p:nvSpPr>
              <p:cNvPr id="1048677" name=""/>
              <p:cNvSpPr/>
              <p:nvPr/>
            </p:nvSpPr>
            <p:spPr>
              <a:xfrm>
                <a:off x="3862035" y="2379637"/>
                <a:ext cx="2753802" cy="60214"/>
              </a:xfrm>
            </p:spPr>
          </p:sp>
        </mc:Fallback>
      </mc:AlternateContent>
      <mc:AlternateContent xmlns:mc="http://schemas.openxmlformats.org/markup-compatibility/2006">
        <mc:Choice xmlns:p14="http://schemas.microsoft.com/office/powerpoint/2010/main" Requires="p14">
          <p:contentPart p14:bwMode="auto" r:id="rId8">
            <p14:nvContentPartPr>
              <p14:cNvPr id="1048678" name=""/>
              <p14:cNvContentPartPr/>
              <p14:nvPr/>
            </p14:nvContentPartPr>
            <p14:xfrm>
              <a:off x="6725766" y="2358483"/>
              <a:ext cx="1356506" cy="32842"/>
            </p14:xfrm>
          </p:contentPart>
        </mc:Choice>
        <mc:Fallback>
          <p:sp>
            <p:nvSpPr>
              <p:cNvPr id="1048678" name=""/>
              <p:cNvSpPr/>
              <p:nvPr/>
            </p:nvSpPr>
            <p:spPr>
              <a:xfrm>
                <a:off x="6725766" y="2358483"/>
                <a:ext cx="1356506" cy="32842"/>
              </a:xfrm>
            </p:spPr>
          </p:sp>
        </mc:Fallback>
      </mc:AlternateContent>
      <mc:AlternateContent xmlns:mc="http://schemas.openxmlformats.org/markup-compatibility/2006">
        <mc:Choice xmlns:p14="http://schemas.microsoft.com/office/powerpoint/2010/main" Requires="p14">
          <p:contentPart p14:bwMode="auto" r:id="rId9">
            <p14:nvContentPartPr>
              <p14:cNvPr id="1048679" name=""/>
              <p14:cNvContentPartPr/>
              <p14:nvPr/>
            </p14:nvContentPartPr>
            <p14:xfrm>
              <a:off x="8494779" y="2329118"/>
              <a:ext cx="2764681" cy="49677"/>
            </p14:xfrm>
          </p:contentPart>
        </mc:Choice>
        <mc:Fallback>
          <p:sp>
            <p:nvSpPr>
              <p:cNvPr id="1048679" name=""/>
              <p:cNvSpPr/>
              <p:nvPr/>
            </p:nvSpPr>
            <p:spPr>
              <a:xfrm>
                <a:off x="8494779" y="2329118"/>
                <a:ext cx="2764681" cy="49677"/>
              </a:xfrm>
            </p:spPr>
          </p:sp>
        </mc:Fallback>
      </mc:AlternateContent>
      <mc:AlternateContent xmlns:mc="http://schemas.openxmlformats.org/markup-compatibility/2006">
        <mc:Choice xmlns:p14="http://schemas.microsoft.com/office/powerpoint/2010/main" Requires="p14">
          <p:contentPart p14:bwMode="auto" r:id="rId10">
            <p14:nvContentPartPr>
              <p14:cNvPr id="1048680" name=""/>
              <p14:cNvContentPartPr/>
              <p14:nvPr/>
            </p14:nvContentPartPr>
            <p14:xfrm>
              <a:off x="721730" y="2703289"/>
              <a:ext cx="10280672" cy="130406"/>
            </p14:xfrm>
          </p:contentPart>
        </mc:Choice>
        <mc:Fallback>
          <p:sp>
            <p:nvSpPr>
              <p:cNvPr id="1048680" name=""/>
              <p:cNvSpPr/>
              <p:nvPr/>
            </p:nvSpPr>
            <p:spPr>
              <a:xfrm>
                <a:off x="721730" y="2703289"/>
                <a:ext cx="10280672" cy="130406"/>
              </a:xfrm>
            </p:spPr>
          </p:sp>
        </mc:Fallback>
      </mc:AlternateContent>
      <mc:AlternateContent xmlns:mc="http://schemas.openxmlformats.org/markup-compatibility/2006">
        <mc:Choice xmlns:p14="http://schemas.microsoft.com/office/powerpoint/2010/main" Requires="p14">
          <p:contentPart p14:bwMode="auto" r:id="rId11">
            <p14:nvContentPartPr>
              <p14:cNvPr id="1048681" name=""/>
              <p14:cNvContentPartPr/>
              <p14:nvPr/>
            </p14:nvContentPartPr>
            <p14:xfrm>
              <a:off x="848213" y="3107832"/>
              <a:ext cx="898312" cy="29521"/>
            </p14:xfrm>
          </p:contentPart>
        </mc:Choice>
        <mc:Fallback>
          <p:sp>
            <p:nvSpPr>
              <p:cNvPr id="1048681" name=""/>
              <p:cNvSpPr/>
              <p:nvPr/>
            </p:nvSpPr>
            <p:spPr>
              <a:xfrm>
                <a:off x="848213" y="3107832"/>
                <a:ext cx="898312" cy="29521"/>
              </a:xfrm>
            </p:spPr>
          </p:sp>
        </mc:Fallback>
      </mc:AlternateContent>
      <mc:AlternateContent xmlns:mc="http://schemas.openxmlformats.org/markup-compatibility/2006">
        <mc:Choice xmlns:p14="http://schemas.microsoft.com/office/powerpoint/2010/main" Requires="p14">
          <p:contentPart p14:bwMode="auto" r:id="rId12">
            <p14:nvContentPartPr>
              <p14:cNvPr id="1048682" name=""/>
              <p14:cNvContentPartPr/>
              <p14:nvPr/>
            </p14:nvContentPartPr>
            <p14:xfrm>
              <a:off x="456855" y="1435520"/>
              <a:ext cx="452131" cy="1635299"/>
            </p14:xfrm>
          </p:contentPart>
        </mc:Choice>
        <mc:Fallback>
          <p:sp>
            <p:nvSpPr>
              <p:cNvPr id="1048682" name=""/>
              <p:cNvSpPr/>
              <p:nvPr/>
            </p:nvSpPr>
            <p:spPr>
              <a:xfrm>
                <a:off x="456855" y="1435520"/>
                <a:ext cx="452131" cy="1635299"/>
              </a:xfrm>
            </p:spPr>
          </p:sp>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41" name="Shape 93"/>
        <p:cNvGrpSpPr/>
        <p:nvPr/>
      </p:nvGrpSpPr>
      <p:grpSpPr>
        <a:xfrm>
          <a:off x="0" y="0"/>
          <a:ext cx="0" cy="0"/>
          <a:chOff x="0" y="0"/>
          <a:chExt cx="0" cy="0"/>
        </a:xfrm>
      </p:grpSpPr>
      <p:sp>
        <p:nvSpPr>
          <p:cNvPr id="1048605" name="Google Shape;94;p14"/>
          <p:cNvSpPr/>
          <p:nvPr/>
        </p:nvSpPr>
        <p:spPr>
          <a:xfrm>
            <a:off x="259721" y="394395"/>
            <a:ext cx="5687776" cy="477054"/>
          </a:xfrm>
          <a:prstGeom prst="rect"/>
          <a:noFill/>
          <a:ln>
            <a:noFill/>
          </a:ln>
        </p:spPr>
        <p:txBody>
          <a:bodyPr anchor="t" anchorCtr="0" bIns="45700" lIns="91425" rIns="91425" spcFirstLastPara="1" tIns="45700" wrap="square">
            <a:noAutofit/>
          </a:bodyPr>
          <a:p>
            <a:pPr algn="l" indent="0" lvl="0" marL="0" marR="0" rtl="0">
              <a:spcBef>
                <a:spcPts val="0"/>
              </a:spcBef>
              <a:spcAft>
                <a:spcPts val="0"/>
              </a:spcAft>
              <a:buNone/>
            </a:pPr>
            <a:r>
              <a:rPr sz="2500" lang="en-US">
                <a:solidFill>
                  <a:schemeClr val="accent5"/>
                </a:solidFill>
                <a:latin typeface="Arial"/>
                <a:ea typeface="Arial"/>
                <a:cs typeface="Arial"/>
                <a:sym typeface="Arial"/>
              </a:rPr>
              <a:t>Residual and method of least squares </a:t>
            </a:r>
            <a:endParaRPr sz="2500">
              <a:solidFill>
                <a:schemeClr val="accent5"/>
              </a:solidFill>
              <a:latin typeface="Arial"/>
              <a:ea typeface="Arial"/>
              <a:cs typeface="Arial"/>
              <a:sym typeface="Arial"/>
            </a:endParaRPr>
          </a:p>
        </p:txBody>
      </p:sp>
      <p:sp>
        <p:nvSpPr>
          <p:cNvPr id="1048606" name="Google Shape;95;p14"/>
          <p:cNvSpPr/>
          <p:nvPr/>
        </p:nvSpPr>
        <p:spPr>
          <a:xfrm>
            <a:off x="409312" y="958473"/>
            <a:ext cx="6684215" cy="1785104"/>
          </a:xfrm>
          <a:prstGeom prst="rect"/>
          <a:noFill/>
          <a:ln>
            <a:noFill/>
          </a:ln>
        </p:spPr>
        <p:txBody>
          <a:bodyPr anchor="t" anchorCtr="0" bIns="45700" lIns="91425" rIns="91425" spcFirstLastPara="1" tIns="45700" wrap="square">
            <a:noAutofit/>
          </a:bodyPr>
          <a:p>
            <a:pPr algn="just" indent="0" lvl="0" marL="0" marR="0" rtl="0">
              <a:spcBef>
                <a:spcPts val="0"/>
              </a:spcBef>
              <a:spcAft>
                <a:spcPts val="0"/>
              </a:spcAft>
              <a:buNone/>
            </a:pPr>
            <a:r>
              <a:rPr sz="2200" lang="en-US">
                <a:solidFill>
                  <a:srgbClr val="001D35"/>
                </a:solidFill>
                <a:latin typeface="Arial"/>
                <a:ea typeface="Arial"/>
                <a:cs typeface="Arial"/>
                <a:sym typeface="Arial"/>
              </a:rPr>
              <a:t>R</a:t>
            </a:r>
            <a:r>
              <a:rPr b="0" sz="2200" i="0" lang="en-US">
                <a:solidFill>
                  <a:srgbClr val="001D35"/>
                </a:solidFill>
                <a:latin typeface="Arial"/>
                <a:ea typeface="Arial"/>
                <a:cs typeface="Arial"/>
                <a:sym typeface="Arial"/>
              </a:rPr>
              <a:t>esiduals represent the difference between an observed value and the value predicted by a regression model, while the least squares regression line is the line that minimizes the sum of the squared residuals</a:t>
            </a:r>
            <a:endParaRPr sz="2200">
              <a:solidFill>
                <a:schemeClr val="dk1"/>
              </a:solidFill>
              <a:latin typeface="Calibri"/>
              <a:ea typeface="Calibri"/>
              <a:cs typeface="Calibri"/>
              <a:sym typeface="Calibri"/>
            </a:endParaRPr>
          </a:p>
        </p:txBody>
      </p:sp>
      <p:pic>
        <p:nvPicPr>
          <p:cNvPr id="2097170" name="Google Shape;96;p14"/>
          <p:cNvPicPr preferRelativeResize="0">
            <a:picLocks/>
          </p:cNvPicPr>
          <p:nvPr/>
        </p:nvPicPr>
        <p:blipFill rotWithShape="1">
          <a:blip xmlns:r="http://schemas.openxmlformats.org/officeDocument/2006/relationships" r:embed="rId1">
            <a:alphaModFix/>
          </a:blip>
          <a:srcRect l="0" t="7235" r="3932" b="4122"/>
          <a:stretch>
            <a:fillRect/>
          </a:stretch>
        </p:blipFill>
        <p:spPr>
          <a:xfrm>
            <a:off x="7045957" y="204558"/>
            <a:ext cx="5146043" cy="2885643"/>
          </a:xfrm>
          <a:prstGeom prst="rect"/>
          <a:noFill/>
          <a:ln>
            <a:noFill/>
          </a:ln>
        </p:spPr>
      </p:pic>
      <p:sp>
        <p:nvSpPr>
          <p:cNvPr id="1048607" name="Google Shape;97;p14"/>
          <p:cNvSpPr/>
          <p:nvPr/>
        </p:nvSpPr>
        <p:spPr>
          <a:xfrm>
            <a:off x="311214" y="3214653"/>
            <a:ext cx="6880410" cy="477054"/>
          </a:xfrm>
          <a:prstGeom prst="rect"/>
          <a:noFill/>
          <a:ln>
            <a:noFill/>
          </a:ln>
        </p:spPr>
        <p:txBody>
          <a:bodyPr anchor="t" anchorCtr="0" bIns="45700" lIns="91425" rIns="91425" spcFirstLastPara="1" tIns="45700" wrap="square">
            <a:noAutofit/>
          </a:bodyPr>
          <a:p>
            <a:pPr algn="l" indent="0" lvl="0" marL="0" marR="0" rtl="0">
              <a:spcBef>
                <a:spcPts val="0"/>
              </a:spcBef>
              <a:spcAft>
                <a:spcPts val="0"/>
              </a:spcAft>
              <a:buNone/>
            </a:pPr>
            <a:r>
              <a:rPr sz="2500" lang="en-US">
                <a:solidFill>
                  <a:schemeClr val="accent5"/>
                </a:solidFill>
                <a:latin typeface="Arial"/>
                <a:ea typeface="Arial"/>
                <a:cs typeface="Arial"/>
                <a:sym typeface="Arial"/>
              </a:rPr>
              <a:t>Determination of the Regression Line Equation</a:t>
            </a:r>
            <a:endParaRPr sz="2500">
              <a:solidFill>
                <a:schemeClr val="accent5"/>
              </a:solidFill>
              <a:latin typeface="Arial"/>
              <a:ea typeface="Arial"/>
              <a:cs typeface="Arial"/>
              <a:sym typeface="Arial"/>
            </a:endParaRPr>
          </a:p>
        </p:txBody>
      </p:sp>
      <p:pic>
        <p:nvPicPr>
          <p:cNvPr id="2097171" name="Google Shape;98;p14"/>
          <p:cNvPicPr preferRelativeResize="0">
            <a:picLocks/>
          </p:cNvPicPr>
          <p:nvPr/>
        </p:nvPicPr>
        <p:blipFill rotWithShape="1">
          <a:blip xmlns:r="http://schemas.openxmlformats.org/officeDocument/2006/relationships" r:embed="rId2">
            <a:alphaModFix/>
          </a:blip>
          <a:srcRect l="0" t="0" r="0" b="0"/>
          <a:stretch>
            <a:fillRect/>
          </a:stretch>
        </p:blipFill>
        <p:spPr>
          <a:xfrm>
            <a:off x="311214" y="3974298"/>
            <a:ext cx="11034543" cy="1809806"/>
          </a:xfrm>
          <a:prstGeom prst="rect"/>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5" name="Shape 102"/>
        <p:cNvGrpSpPr/>
        <p:nvPr/>
      </p:nvGrpSpPr>
      <p:grpSpPr>
        <a:xfrm>
          <a:off x="0" y="0"/>
          <a:ext cx="0" cy="0"/>
          <a:chOff x="0" y="0"/>
          <a:chExt cx="0" cy="0"/>
        </a:xfrm>
      </p:grpSpPr>
      <p:pic>
        <p:nvPicPr>
          <p:cNvPr id="2097161" name="Google Shape;103;p15"/>
          <p:cNvPicPr preferRelativeResize="0">
            <a:picLocks/>
          </p:cNvPicPr>
          <p:nvPr/>
        </p:nvPicPr>
        <p:blipFill rotWithShape="1">
          <a:blip xmlns:r="http://schemas.openxmlformats.org/officeDocument/2006/relationships" r:embed="rId1">
            <a:alphaModFix/>
          </a:blip>
          <a:srcRect l="0" t="0" r="0" b="0"/>
          <a:stretch>
            <a:fillRect/>
          </a:stretch>
        </p:blipFill>
        <p:spPr>
          <a:xfrm>
            <a:off x="1697182" y="315190"/>
            <a:ext cx="8991600" cy="3429000"/>
          </a:xfrm>
          <a:prstGeom prst="rect"/>
          <a:noFill/>
          <a:ln>
            <a:noFill/>
          </a:ln>
        </p:spPr>
      </p:pic>
      <p:pic>
        <p:nvPicPr>
          <p:cNvPr id="2097162" name="Google Shape;104;p15"/>
          <p:cNvPicPr preferRelativeResize="0">
            <a:picLocks/>
          </p:cNvPicPr>
          <p:nvPr/>
        </p:nvPicPr>
        <p:blipFill rotWithShape="1">
          <a:blip xmlns:r="http://schemas.openxmlformats.org/officeDocument/2006/relationships" r:embed="rId2">
            <a:alphaModFix/>
          </a:blip>
          <a:srcRect l="0" t="0" r="0" b="0"/>
          <a:stretch>
            <a:fillRect/>
          </a:stretch>
        </p:blipFill>
        <p:spPr>
          <a:xfrm>
            <a:off x="2644486" y="3979718"/>
            <a:ext cx="7429500" cy="2628900"/>
          </a:xfrm>
          <a:prstGeom prst="rect"/>
          <a:noFill/>
          <a:ln>
            <a:noFill/>
          </a:ln>
        </p:spPr>
      </p:pic>
      <mc:AlternateContent xmlns:mc="http://schemas.openxmlformats.org/markup-compatibility/2006">
        <mc:Choice xmlns:p14="http://schemas.microsoft.com/office/powerpoint/2010/main" Requires="p14">
          <p:contentPart p14:bwMode="auto" r:id="rId3">
            <p14:nvContentPartPr>
              <p14:cNvPr id="1048683" name=""/>
              <p14:cNvContentPartPr/>
              <p14:nvPr/>
            </p14:nvContentPartPr>
            <p14:xfrm>
              <a:off x="5677310" y="3933189"/>
              <a:ext cx="1401217" cy="487531"/>
            </p14:xfrm>
          </p:contentPart>
        </mc:Choice>
        <mc:Fallback>
          <p:sp>
            <p:nvSpPr>
              <p:cNvPr id="1048683" name=""/>
              <p:cNvSpPr/>
              <p:nvPr/>
            </p:nvSpPr>
            <p:spPr>
              <a:xfrm>
                <a:off x="5677310" y="3933189"/>
                <a:ext cx="1401217" cy="487531"/>
              </a:xfrm>
            </p:spPr>
          </p:sp>
        </mc:Fallback>
      </mc:AlternateContent>
      <mc:AlternateContent xmlns:mc="http://schemas.openxmlformats.org/markup-compatibility/2006">
        <mc:Choice xmlns:p14="http://schemas.microsoft.com/office/powerpoint/2010/main" Requires="p14">
          <p:contentPart p14:bwMode="auto" r:id="rId4">
            <p14:nvContentPartPr>
              <p14:cNvPr id="1048684" name=""/>
              <p14:cNvContentPartPr/>
              <p14:nvPr/>
            </p14:nvContentPartPr>
            <p14:xfrm>
              <a:off x="5246797" y="4851743"/>
              <a:ext cx="150270" cy="41449"/>
            </p14:xfrm>
          </p:contentPart>
        </mc:Choice>
        <mc:Fallback>
          <p:sp>
            <p:nvSpPr>
              <p:cNvPr id="1048684" name=""/>
              <p:cNvSpPr/>
              <p:nvPr/>
            </p:nvSpPr>
            <p:spPr>
              <a:xfrm>
                <a:off x="5246797" y="4851743"/>
                <a:ext cx="150270" cy="41449"/>
              </a:xfrm>
            </p:spPr>
          </p:sp>
        </mc:Fallback>
      </mc:AlternateContent>
      <mc:AlternateContent xmlns:mc="http://schemas.openxmlformats.org/markup-compatibility/2006">
        <mc:Choice xmlns:p14="http://schemas.microsoft.com/office/powerpoint/2010/main" Requires="p14">
          <p:contentPart p14:bwMode="auto" r:id="rId5">
            <p14:nvContentPartPr>
              <p14:cNvPr id="1048685" name=""/>
              <p14:cNvContentPartPr/>
              <p14:nvPr/>
            </p14:nvContentPartPr>
            <p14:xfrm>
              <a:off x="5201981" y="5473877"/>
              <a:ext cx="225188" cy="81993"/>
            </p14:xfrm>
          </p:contentPart>
        </mc:Choice>
        <mc:Fallback>
          <p:sp>
            <p:nvSpPr>
              <p:cNvPr id="1048685" name=""/>
              <p:cNvSpPr/>
              <p:nvPr/>
            </p:nvSpPr>
            <p:spPr>
              <a:xfrm>
                <a:off x="5201981" y="5473877"/>
                <a:ext cx="225188" cy="81993"/>
              </a:xfrm>
            </p:spPr>
          </p:sp>
        </mc:Fallback>
      </mc:AlternateContent>
      <mc:AlternateContent xmlns:mc="http://schemas.openxmlformats.org/markup-compatibility/2006">
        <mc:Choice xmlns:p14="http://schemas.microsoft.com/office/powerpoint/2010/main" Requires="p14">
          <p:contentPart p14:bwMode="auto" r:id="rId6">
            <p14:nvContentPartPr>
              <p14:cNvPr id="1048686" name=""/>
              <p14:cNvContentPartPr/>
              <p14:nvPr/>
            </p14:nvContentPartPr>
            <p14:xfrm>
              <a:off x="6119274" y="5614440"/>
              <a:ext cx="184206" cy="32015"/>
            </p14:xfrm>
          </p:contentPart>
        </mc:Choice>
        <mc:Fallback>
          <p:sp>
            <p:nvSpPr>
              <p:cNvPr id="1048686" name=""/>
              <p:cNvSpPr/>
              <p:nvPr/>
            </p:nvSpPr>
            <p:spPr>
              <a:xfrm>
                <a:off x="6119274" y="5614440"/>
                <a:ext cx="184206" cy="32015"/>
              </a:xfrm>
            </p:spPr>
          </p:sp>
        </mc:Fallback>
      </mc:AlternateContent>
      <mc:AlternateContent xmlns:mc="http://schemas.openxmlformats.org/markup-compatibility/2006">
        <mc:Choice xmlns:p14="http://schemas.microsoft.com/office/powerpoint/2010/main" Requires="p14">
          <p:contentPart p14:bwMode="auto" r:id="rId7">
            <p14:nvContentPartPr>
              <p14:cNvPr id="1048687" name=""/>
              <p14:cNvContentPartPr/>
              <p14:nvPr/>
            </p14:nvContentPartPr>
            <p14:xfrm>
              <a:off x="6888741" y="5572345"/>
              <a:ext cx="439210" cy="91934"/>
            </p14:xfrm>
          </p:contentPart>
        </mc:Choice>
        <mc:Fallback>
          <p:sp>
            <p:nvSpPr>
              <p:cNvPr id="1048687" name=""/>
              <p:cNvSpPr/>
              <p:nvPr/>
            </p:nvSpPr>
            <p:spPr>
              <a:xfrm>
                <a:off x="6888741" y="5572345"/>
                <a:ext cx="439210" cy="91934"/>
              </a:xfrm>
            </p:spPr>
          </p:sp>
        </mc:Fallback>
      </mc:AlternateContent>
      <mc:AlternateContent xmlns:mc="http://schemas.openxmlformats.org/markup-compatibility/2006">
        <mc:Choice xmlns:p14="http://schemas.microsoft.com/office/powerpoint/2010/main" Requires="p14">
          <p:contentPart p14:bwMode="auto" r:id="rId8">
            <p14:nvContentPartPr>
              <p14:cNvPr id="1048691" name=""/>
              <p14:cNvContentPartPr/>
              <p14:nvPr/>
            </p14:nvContentPartPr>
            <p14:xfrm>
              <a:off x="5711742" y="4686643"/>
              <a:ext cx="130361" cy="88402"/>
            </p14:xfrm>
          </p:contentPart>
        </mc:Choice>
        <mc:Fallback>
          <p:sp>
            <p:nvSpPr>
              <p:cNvPr id="1048691" name=""/>
              <p:cNvSpPr/>
              <p:nvPr/>
            </p:nvSpPr>
            <p:spPr>
              <a:xfrm>
                <a:off x="5711742" y="4686643"/>
                <a:ext cx="130361" cy="88402"/>
              </a:xfrm>
            </p:spPr>
          </p:sp>
        </mc:Fallback>
      </mc:AlternateContent>
      <mc:AlternateContent xmlns:mc="http://schemas.openxmlformats.org/markup-compatibility/2006">
        <mc:Choice xmlns:p14="http://schemas.microsoft.com/office/powerpoint/2010/main" Requires="p14">
          <p:contentPart p14:bwMode="auto" r:id="rId9">
            <p14:nvContentPartPr>
              <p14:cNvPr id="1048692" name=""/>
              <p14:cNvContentPartPr/>
              <p14:nvPr/>
            </p14:nvContentPartPr>
            <p14:xfrm>
              <a:off x="6240027" y="4659865"/>
              <a:ext cx="89245" cy="52002"/>
            </p14:xfrm>
          </p:contentPart>
        </mc:Choice>
        <mc:Fallback>
          <p:sp>
            <p:nvSpPr>
              <p:cNvPr id="1048692" name=""/>
              <p:cNvSpPr/>
              <p:nvPr/>
            </p:nvSpPr>
            <p:spPr>
              <a:xfrm>
                <a:off x="6240027" y="4659865"/>
                <a:ext cx="89245" cy="52002"/>
              </a:xfrm>
            </p:spPr>
          </p:sp>
        </mc:Fallback>
      </mc:AlternateContent>
      <mc:AlternateContent xmlns:mc="http://schemas.openxmlformats.org/markup-compatibility/2006">
        <mc:Choice xmlns:p14="http://schemas.microsoft.com/office/powerpoint/2010/main" Requires="p14">
          <p:contentPart p14:bwMode="auto" r:id="rId10">
            <p14:nvContentPartPr>
              <p14:cNvPr id="1048693" name=""/>
              <p14:cNvContentPartPr/>
              <p14:nvPr/>
            </p14:nvContentPartPr>
            <p14:xfrm>
              <a:off x="0" y="0"/>
              <a:ext cx="0" cy="0"/>
            </p14:xfrm>
          </p:contentPart>
        </mc:Choice>
        <mc:Fallback>
          <p:sp>
            <p:nvSpPr>
              <p:cNvPr id="1048693"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1">
            <p14:nvContentPartPr>
              <p14:cNvPr id="1048694" name=""/>
              <p14:cNvContentPartPr/>
              <p14:nvPr/>
            </p14:nvContentPartPr>
            <p14:xfrm>
              <a:off x="6235979" y="4676593"/>
              <a:ext cx="125707" cy="26797"/>
            </p14:xfrm>
          </p:contentPart>
        </mc:Choice>
        <mc:Fallback>
          <p:sp>
            <p:nvSpPr>
              <p:cNvPr id="1048694" name=""/>
              <p:cNvSpPr/>
              <p:nvPr/>
            </p:nvSpPr>
            <p:spPr>
              <a:xfrm>
                <a:off x="6235979" y="4676593"/>
                <a:ext cx="125707" cy="26797"/>
              </a:xfrm>
            </p:spPr>
          </p:sp>
        </mc:Fallback>
      </mc:AlternateContent>
      <mc:AlternateContent xmlns:mc="http://schemas.openxmlformats.org/markup-compatibility/2006">
        <mc:Choice xmlns:p14="http://schemas.microsoft.com/office/powerpoint/2010/main" Requires="p14">
          <p:contentPart p14:bwMode="auto" r:id="rId12">
            <p14:nvContentPartPr>
              <p14:cNvPr id="1048695" name=""/>
              <p14:cNvContentPartPr/>
              <p14:nvPr/>
            </p14:nvContentPartPr>
            <p14:xfrm>
              <a:off x="7280635" y="4655115"/>
              <a:ext cx="266974" cy="65265"/>
            </p14:xfrm>
          </p:contentPart>
        </mc:Choice>
        <mc:Fallback>
          <p:sp>
            <p:nvSpPr>
              <p:cNvPr id="1048695" name=""/>
              <p:cNvSpPr/>
              <p:nvPr/>
            </p:nvSpPr>
            <p:spPr>
              <a:xfrm>
                <a:off x="7280635" y="4655115"/>
                <a:ext cx="266974" cy="65265"/>
              </a:xfrm>
            </p:spPr>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29" name="Shape 108"/>
        <p:cNvGrpSpPr/>
        <p:nvPr/>
      </p:nvGrpSpPr>
      <p:grpSpPr>
        <a:xfrm>
          <a:off x="0" y="0"/>
          <a:ext cx="0" cy="0"/>
          <a:chOff x="0" y="0"/>
          <a:chExt cx="0" cy="0"/>
        </a:xfrm>
      </p:grpSpPr>
      <p:sp>
        <p:nvSpPr>
          <p:cNvPr id="1048590" name="Google Shape;109;p16"/>
          <p:cNvSpPr/>
          <p:nvPr/>
        </p:nvSpPr>
        <p:spPr>
          <a:xfrm>
            <a:off x="420196" y="265607"/>
            <a:ext cx="6042039" cy="477054"/>
          </a:xfrm>
          <a:prstGeom prst="rect"/>
          <a:noFill/>
          <a:ln>
            <a:noFill/>
          </a:ln>
        </p:spPr>
        <p:txBody>
          <a:bodyPr anchor="t" anchorCtr="0" bIns="45700" lIns="91425" rIns="91425" spcFirstLastPara="1" tIns="45700" wrap="square">
            <a:noAutofit/>
          </a:bodyPr>
          <a:p>
            <a:pPr algn="l" indent="0" lvl="0" marL="0" marR="0" rtl="0">
              <a:spcBef>
                <a:spcPts val="0"/>
              </a:spcBef>
              <a:spcAft>
                <a:spcPts val="0"/>
              </a:spcAft>
              <a:buNone/>
            </a:pPr>
            <a:r>
              <a:rPr b="1" sz="2500" lang="en-US">
                <a:solidFill>
                  <a:schemeClr val="accent5"/>
                </a:solidFill>
                <a:latin typeface="Arial"/>
                <a:ea typeface="Arial"/>
                <a:cs typeface="Arial"/>
                <a:sym typeface="Arial"/>
              </a:rPr>
              <a:t>EXAMPLE 10–9 </a:t>
            </a:r>
            <a:r>
              <a:rPr b="1" sz="2500" lang="en-US">
                <a:solidFill>
                  <a:schemeClr val="dk1"/>
                </a:solidFill>
                <a:latin typeface="Arial"/>
                <a:ea typeface="Arial"/>
                <a:cs typeface="Arial"/>
                <a:sym typeface="Arial"/>
              </a:rPr>
              <a:t>Car Rental Companies</a:t>
            </a:r>
            <a:endParaRPr b="1" sz="2500">
              <a:solidFill>
                <a:schemeClr val="dk1"/>
              </a:solidFill>
              <a:latin typeface="Arial"/>
              <a:ea typeface="Arial"/>
              <a:cs typeface="Arial"/>
              <a:sym typeface="Arial"/>
            </a:endParaRPr>
          </a:p>
        </p:txBody>
      </p:sp>
      <p:sp>
        <p:nvSpPr>
          <p:cNvPr id="1048591" name="Google Shape;110;p16"/>
          <p:cNvSpPr/>
          <p:nvPr/>
        </p:nvSpPr>
        <p:spPr>
          <a:xfrm>
            <a:off x="420196" y="742661"/>
            <a:ext cx="10815840" cy="769441"/>
          </a:xfrm>
          <a:prstGeom prst="rect"/>
          <a:noFill/>
          <a:ln>
            <a:noFill/>
          </a:ln>
        </p:spPr>
        <p:txBody>
          <a:bodyPr anchor="t" anchorCtr="0" bIns="45700" lIns="91425" rIns="91425" spcFirstLastPara="1" tIns="45700" wrap="square">
            <a:noAutofit/>
          </a:bodyPr>
          <a:p>
            <a:pPr algn="just" indent="0" lvl="0" marL="0" marR="0" rtl="0">
              <a:spcBef>
                <a:spcPts val="0"/>
              </a:spcBef>
              <a:spcAft>
                <a:spcPts val="0"/>
              </a:spcAft>
              <a:buNone/>
            </a:pPr>
            <a:r>
              <a:rPr sz="2200" lang="en-US">
                <a:solidFill>
                  <a:schemeClr val="dk1"/>
                </a:solidFill>
                <a:latin typeface="Calibri"/>
                <a:ea typeface="Calibri"/>
                <a:cs typeface="Calibri"/>
                <a:sym typeface="Calibri"/>
              </a:rPr>
              <a:t>Find the </a:t>
            </a:r>
            <a:r>
              <a:rPr b="1" sz="2200" lang="en-US">
                <a:solidFill>
                  <a:schemeClr val="dk1"/>
                </a:solidFill>
                <a:latin typeface="Calibri"/>
                <a:ea typeface="Calibri"/>
                <a:cs typeface="Calibri"/>
                <a:sym typeface="Calibri"/>
              </a:rPr>
              <a:t>equation of the regression line </a:t>
            </a:r>
            <a:r>
              <a:rPr sz="2200" lang="en-US">
                <a:solidFill>
                  <a:schemeClr val="dk1"/>
                </a:solidFill>
                <a:latin typeface="Calibri"/>
                <a:ea typeface="Calibri"/>
                <a:cs typeface="Calibri"/>
                <a:sym typeface="Calibri"/>
              </a:rPr>
              <a:t>for the data shown for car rental companies in the United States for a recent year, and </a:t>
            </a:r>
            <a:r>
              <a:rPr b="1" sz="2200" lang="en-US">
                <a:solidFill>
                  <a:schemeClr val="dk1"/>
                </a:solidFill>
                <a:latin typeface="Calibri"/>
                <a:ea typeface="Calibri"/>
                <a:cs typeface="Calibri"/>
                <a:sym typeface="Calibri"/>
              </a:rPr>
              <a:t>graph the line on the scatter plot of the data</a:t>
            </a:r>
            <a:r>
              <a:rPr sz="2200" lang="en-US">
                <a:solidFill>
                  <a:schemeClr val="dk1"/>
                </a:solidFill>
                <a:latin typeface="Calibri"/>
                <a:ea typeface="Calibri"/>
                <a:cs typeface="Calibri"/>
                <a:sym typeface="Calibri"/>
              </a:rPr>
              <a:t>.</a:t>
            </a:r>
            <a:endParaRPr sz="2200">
              <a:solidFill>
                <a:schemeClr val="dk1"/>
              </a:solidFill>
              <a:latin typeface="Calibri"/>
              <a:ea typeface="Calibri"/>
              <a:cs typeface="Calibri"/>
              <a:sym typeface="Calibri"/>
            </a:endParaRPr>
          </a:p>
        </p:txBody>
      </p:sp>
      <p:pic>
        <p:nvPicPr>
          <p:cNvPr id="2097155" name="Google Shape;111;p16"/>
          <p:cNvPicPr preferRelativeResize="0">
            <a:picLocks/>
          </p:cNvPicPr>
          <p:nvPr/>
        </p:nvPicPr>
        <p:blipFill rotWithShape="1">
          <a:blip xmlns:r="http://schemas.openxmlformats.org/officeDocument/2006/relationships" r:embed="rId1">
            <a:alphaModFix/>
          </a:blip>
          <a:srcRect l="0" t="0" r="0" b="0"/>
          <a:stretch>
            <a:fillRect/>
          </a:stretch>
        </p:blipFill>
        <p:spPr>
          <a:xfrm>
            <a:off x="3056659" y="1512102"/>
            <a:ext cx="5829300" cy="2286000"/>
          </a:xfrm>
          <a:prstGeom prst="rect"/>
          <a:noFill/>
          <a:ln>
            <a:noFill/>
          </a:ln>
        </p:spPr>
      </p:pic>
      <p:pic>
        <p:nvPicPr>
          <p:cNvPr id="2097156" name="Google Shape;112;p16"/>
          <p:cNvPicPr preferRelativeResize="0">
            <a:picLocks/>
          </p:cNvPicPr>
          <p:nvPr/>
        </p:nvPicPr>
        <p:blipFill rotWithShape="1">
          <a:blip xmlns:r="http://schemas.openxmlformats.org/officeDocument/2006/relationships" r:embed="rId2">
            <a:alphaModFix/>
          </a:blip>
          <a:srcRect l="0" t="0" r="0" b="0"/>
          <a:stretch>
            <a:fillRect/>
          </a:stretch>
        </p:blipFill>
        <p:spPr>
          <a:xfrm>
            <a:off x="1590204" y="4036629"/>
            <a:ext cx="8905914" cy="2644726"/>
          </a:xfrm>
          <a:prstGeom prst="rect"/>
          <a:noFill/>
          <a:ln>
            <a:noFill/>
          </a:ln>
        </p:spPr>
      </p:pic>
      <p:sp>
        <p:nvSpPr>
          <p:cNvPr id="1048592" name="Google Shape;113;p16"/>
          <p:cNvSpPr/>
          <p:nvPr/>
        </p:nvSpPr>
        <p:spPr>
          <a:xfrm>
            <a:off x="521592" y="3559575"/>
            <a:ext cx="1382110" cy="477054"/>
          </a:xfrm>
          <a:prstGeom prst="rect"/>
          <a:noFill/>
          <a:ln>
            <a:noFill/>
          </a:ln>
        </p:spPr>
        <p:txBody>
          <a:bodyPr anchor="t" anchorCtr="0" bIns="45700" lIns="91425" rIns="91425" spcFirstLastPara="1" tIns="45700" wrap="square">
            <a:noAutofit/>
          </a:bodyPr>
          <a:p>
            <a:pPr algn="l" indent="0" lvl="0" marL="0" marR="0" rtl="0">
              <a:spcBef>
                <a:spcPts val="0"/>
              </a:spcBef>
              <a:spcAft>
                <a:spcPts val="0"/>
              </a:spcAft>
              <a:buNone/>
            </a:pPr>
            <a:r>
              <a:rPr b="1" sz="2500" lang="en-US">
                <a:solidFill>
                  <a:schemeClr val="accent5"/>
                </a:solidFill>
                <a:latin typeface="Calibri"/>
                <a:ea typeface="Calibri"/>
                <a:cs typeface="Calibri"/>
                <a:sym typeface="Calibri"/>
              </a:rPr>
              <a:t>Solution:</a:t>
            </a:r>
            <a:endParaRPr b="1" sz="2500">
              <a:solidFill>
                <a:schemeClr val="accent5"/>
              </a:solidFill>
              <a:latin typeface="Calibri"/>
              <a:ea typeface="Calibri"/>
              <a:cs typeface="Calibri"/>
              <a:sym typeface="Calibri"/>
            </a:endParaRPr>
          </a:p>
        </p:txBody>
      </p:sp>
      <mc:AlternateContent xmlns:mc="http://schemas.openxmlformats.org/markup-compatibility/2006">
        <mc:Choice xmlns:p14="http://schemas.microsoft.com/office/powerpoint/2010/main" Requires="p14">
          <p:contentPart p14:bwMode="auto" r:id="rId3">
            <p14:nvContentPartPr>
              <p14:cNvPr id="1048688" name=""/>
              <p14:cNvContentPartPr/>
              <p14:nvPr/>
            </p14:nvContentPartPr>
            <p14:xfrm>
              <a:off x="408635" y="214221"/>
              <a:ext cx="684659" cy="394970"/>
            </p14:xfrm>
          </p:contentPart>
        </mc:Choice>
        <mc:Fallback>
          <p:sp>
            <p:nvSpPr>
              <p:cNvPr id="1048688" name=""/>
              <p:cNvSpPr/>
              <p:nvPr/>
            </p:nvSpPr>
            <p:spPr>
              <a:xfrm>
                <a:off x="408635" y="214221"/>
                <a:ext cx="684659" cy="394970"/>
              </a:xfrm>
            </p:spPr>
          </p:sp>
        </mc:Fallback>
      </mc:AlternateContent>
      <mc:AlternateContent xmlns:mc="http://schemas.openxmlformats.org/markup-compatibility/2006">
        <mc:Choice xmlns:p14="http://schemas.microsoft.com/office/powerpoint/2010/main" Requires="p14">
          <p:contentPart p14:bwMode="auto" r:id="rId4">
            <p14:nvContentPartPr>
              <p14:cNvPr id="1048689" name=""/>
              <p14:cNvContentPartPr/>
              <p14:nvPr/>
            </p14:nvContentPartPr>
            <p14:xfrm>
              <a:off x="488550" y="298339"/>
              <a:ext cx="909030" cy="296193"/>
            </p14:xfrm>
          </p:contentPart>
        </mc:Choice>
        <mc:Fallback>
          <p:sp>
            <p:nvSpPr>
              <p:cNvPr id="1048689" name=""/>
              <p:cNvSpPr/>
              <p:nvPr/>
            </p:nvSpPr>
            <p:spPr>
              <a:xfrm>
                <a:off x="488550" y="298339"/>
                <a:ext cx="909030" cy="296193"/>
              </a:xfrm>
            </p:spPr>
          </p:sp>
        </mc:Fallback>
      </mc:AlternateContent>
      <mc:AlternateContent xmlns:mc="http://schemas.openxmlformats.org/markup-compatibility/2006">
        <mc:Choice xmlns:p14="http://schemas.microsoft.com/office/powerpoint/2010/main" Requires="p14">
          <p:contentPart p14:bwMode="auto" r:id="rId5">
            <p14:nvContentPartPr>
              <p14:cNvPr id="1048690" name=""/>
              <p14:cNvContentPartPr/>
              <p14:nvPr/>
            </p14:nvContentPartPr>
            <p14:xfrm>
              <a:off x="502208" y="1105758"/>
              <a:ext cx="5748288" cy="108618"/>
            </p14:xfrm>
          </p:contentPart>
        </mc:Choice>
        <mc:Fallback>
          <p:sp>
            <p:nvSpPr>
              <p:cNvPr id="1048690" name=""/>
              <p:cNvSpPr/>
              <p:nvPr/>
            </p:nvSpPr>
            <p:spPr>
              <a:xfrm>
                <a:off x="502208" y="1105758"/>
                <a:ext cx="5748288" cy="108618"/>
              </a:xfrm>
            </p:spPr>
          </p:sp>
        </mc:Fallback>
      </mc:AlternateContent>
      <mc:AlternateContent xmlns:mc="http://schemas.openxmlformats.org/markup-compatibility/2006">
        <mc:Choice xmlns:p14="http://schemas.microsoft.com/office/powerpoint/2010/main" Requires="p14">
          <p:contentPart p14:bwMode="auto" r:id="rId6">
            <p14:nvContentPartPr>
              <p14:cNvPr id="1048697" name=""/>
              <p14:cNvContentPartPr/>
              <p14:nvPr/>
            </p14:nvContentPartPr>
            <p14:xfrm>
              <a:off x="8562982" y="1829617"/>
              <a:ext cx="479392" cy="121828"/>
            </p14:xfrm>
          </p:contentPart>
        </mc:Choice>
        <mc:Fallback>
          <p:sp>
            <p:nvSpPr>
              <p:cNvPr id="1048697" name=""/>
              <p:cNvSpPr/>
              <p:nvPr/>
            </p:nvSpPr>
            <p:spPr>
              <a:xfrm>
                <a:off x="8562982" y="1829617"/>
                <a:ext cx="479392" cy="121828"/>
              </a:xfrm>
            </p:spPr>
          </p:sp>
        </mc:Fallback>
      </mc:AlternateContent>
      <mc:AlternateContent xmlns:mc="http://schemas.openxmlformats.org/markup-compatibility/2006">
        <mc:Choice xmlns:p14="http://schemas.microsoft.com/office/powerpoint/2010/main" Requires="p14">
          <p:contentPart p14:bwMode="auto" r:id="rId7">
            <p14:nvContentPartPr>
              <p14:cNvPr id="1048702" name=""/>
              <p14:cNvContentPartPr/>
              <p14:nvPr/>
            </p14:nvContentPartPr>
            <p14:xfrm>
              <a:off x="5580148" y="4234550"/>
              <a:ext cx="215752" cy="92094"/>
            </p14:xfrm>
          </p:contentPart>
        </mc:Choice>
        <mc:Fallback>
          <p:sp>
            <p:nvSpPr>
              <p:cNvPr id="1048702" name=""/>
              <p:cNvSpPr/>
              <p:nvPr/>
            </p:nvSpPr>
            <p:spPr>
              <a:xfrm>
                <a:off x="5580148" y="4234550"/>
                <a:ext cx="215752" cy="92094"/>
              </a:xfrm>
            </p:spPr>
          </p:sp>
        </mc:Fallback>
      </mc:AlternateContent>
      <mc:AlternateContent xmlns:mc="http://schemas.openxmlformats.org/markup-compatibility/2006">
        <mc:Choice xmlns:p14="http://schemas.microsoft.com/office/powerpoint/2010/main" Requires="p14">
          <p:contentPart p14:bwMode="auto" r:id="rId8">
            <p14:nvContentPartPr>
              <p14:cNvPr id="1048703" name=""/>
              <p14:cNvContentPartPr/>
              <p14:nvPr/>
            </p14:nvContentPartPr>
            <p14:xfrm>
              <a:off x="5001203" y="4792031"/>
              <a:ext cx="141550" cy="1194707"/>
            </p14:xfrm>
          </p:contentPart>
        </mc:Choice>
        <mc:Fallback>
          <p:sp>
            <p:nvSpPr>
              <p:cNvPr id="1048703" name=""/>
              <p:cNvSpPr/>
              <p:nvPr/>
            </p:nvSpPr>
            <p:spPr>
              <a:xfrm>
                <a:off x="5001203" y="4792031"/>
                <a:ext cx="141550" cy="1194707"/>
              </a:xfrm>
            </p:spPr>
          </p:sp>
        </mc:Fallback>
      </mc:AlternateContent>
      <mc:AlternateContent xmlns:mc="http://schemas.openxmlformats.org/markup-compatibility/2006">
        <mc:Choice xmlns:p14="http://schemas.microsoft.com/office/powerpoint/2010/main" Requires="p14">
          <p:contentPart p14:bwMode="auto" r:id="rId9">
            <p14:nvContentPartPr>
              <p14:cNvPr id="1048704" name=""/>
              <p14:cNvContentPartPr/>
              <p14:nvPr/>
            </p14:nvContentPartPr>
            <p14:xfrm>
              <a:off x="4540277" y="6497994"/>
              <a:ext cx="452465" cy="151353"/>
            </p14:xfrm>
          </p:contentPart>
        </mc:Choice>
        <mc:Fallback>
          <p:sp>
            <p:nvSpPr>
              <p:cNvPr id="1048704" name=""/>
              <p:cNvSpPr/>
              <p:nvPr/>
            </p:nvSpPr>
            <p:spPr>
              <a:xfrm>
                <a:off x="4540277" y="6497994"/>
                <a:ext cx="452465" cy="151353"/>
              </a:xfrm>
            </p:spPr>
          </p:sp>
        </mc:Fallback>
      </mc:AlternateContent>
      <mc:AlternateContent xmlns:mc="http://schemas.openxmlformats.org/markup-compatibility/2006">
        <mc:Choice xmlns:p14="http://schemas.microsoft.com/office/powerpoint/2010/main" Requires="p14">
          <p:contentPart p14:bwMode="auto" r:id="rId10">
            <p14:nvContentPartPr>
              <p14:cNvPr id="1048706" name=""/>
              <p14:cNvContentPartPr/>
              <p14:nvPr/>
            </p14:nvContentPartPr>
            <p14:xfrm>
              <a:off x="5489982" y="4723611"/>
              <a:ext cx="234690" cy="118719"/>
            </p14:xfrm>
          </p:contentPart>
        </mc:Choice>
        <mc:Fallback>
          <p:sp>
            <p:nvSpPr>
              <p:cNvPr id="1048706" name=""/>
              <p:cNvSpPr/>
              <p:nvPr/>
            </p:nvSpPr>
            <p:spPr>
              <a:xfrm>
                <a:off x="5489982" y="4723611"/>
                <a:ext cx="234690" cy="118719"/>
              </a:xfrm>
            </p:spPr>
          </p:sp>
        </mc:Fallback>
      </mc:AlternateContent>
      <mc:AlternateContent xmlns:mc="http://schemas.openxmlformats.org/markup-compatibility/2006">
        <mc:Choice xmlns:p14="http://schemas.microsoft.com/office/powerpoint/2010/main" Requires="p14">
          <p:contentPart p14:bwMode="auto" r:id="rId11">
            <p14:nvContentPartPr>
              <p14:cNvPr id="1048707" name=""/>
              <p14:cNvContentPartPr/>
              <p14:nvPr/>
            </p14:nvContentPartPr>
            <p14:xfrm>
              <a:off x="6630608" y="4967457"/>
              <a:ext cx="908779" cy="43933"/>
            </p14:xfrm>
          </p:contentPart>
        </mc:Choice>
        <mc:Fallback>
          <p:sp>
            <p:nvSpPr>
              <p:cNvPr id="1048707" name=""/>
              <p:cNvSpPr/>
              <p:nvPr/>
            </p:nvSpPr>
            <p:spPr>
              <a:xfrm>
                <a:off x="6630608" y="4967457"/>
                <a:ext cx="908779" cy="43933"/>
              </a:xfrm>
            </p:spPr>
          </p:sp>
        </mc:Fallback>
      </mc:AlternateContent>
      <mc:AlternateContent xmlns:mc="http://schemas.openxmlformats.org/markup-compatibility/2006">
        <mc:Choice xmlns:p14="http://schemas.microsoft.com/office/powerpoint/2010/main" Requires="p14">
          <p:contentPart p14:bwMode="auto" r:id="rId12">
            <p14:nvContentPartPr>
              <p14:cNvPr id="1048708" name=""/>
              <p14:cNvContentPartPr/>
              <p14:nvPr/>
            </p14:nvContentPartPr>
            <p14:xfrm>
              <a:off x="6580981" y="4947221"/>
              <a:ext cx="839741" cy="47195"/>
            </p14:xfrm>
          </p:contentPart>
        </mc:Choice>
        <mc:Fallback>
          <p:sp>
            <p:nvSpPr>
              <p:cNvPr id="1048708" name=""/>
              <p:cNvSpPr/>
              <p:nvPr/>
            </p:nvSpPr>
            <p:spPr>
              <a:xfrm>
                <a:off x="6580981" y="4947221"/>
                <a:ext cx="839741" cy="47195"/>
              </a:xfrm>
            </p:spPr>
          </p:sp>
        </mc:Fallback>
      </mc:AlternateContent>
      <mc:AlternateContent xmlns:mc="http://schemas.openxmlformats.org/markup-compatibility/2006">
        <mc:Choice xmlns:p14="http://schemas.microsoft.com/office/powerpoint/2010/main" Requires="p14">
          <p:contentPart p14:bwMode="auto" r:id="rId13">
            <p14:nvContentPartPr>
              <p14:cNvPr id="1048709" name=""/>
              <p14:cNvContentPartPr/>
              <p14:nvPr/>
            </p14:nvContentPartPr>
            <p14:xfrm>
              <a:off x="6358390" y="4599838"/>
              <a:ext cx="529594" cy="1316994"/>
            </p14:xfrm>
          </p:contentPart>
        </mc:Choice>
        <mc:Fallback>
          <p:sp>
            <p:nvSpPr>
              <p:cNvPr id="1048709" name=""/>
              <p:cNvSpPr/>
              <p:nvPr/>
            </p:nvSpPr>
            <p:spPr>
              <a:xfrm>
                <a:off x="6358390" y="4599838"/>
                <a:ext cx="529594" cy="1316994"/>
              </a:xfrm>
            </p:spPr>
          </p:sp>
        </mc:Fallback>
      </mc:AlternateContent>
      <mc:AlternateContent xmlns:mc="http://schemas.openxmlformats.org/markup-compatibility/2006">
        <mc:Choice xmlns:p14="http://schemas.microsoft.com/office/powerpoint/2010/main" Requires="p14">
          <p:contentPart p14:bwMode="auto" r:id="rId14">
            <p14:nvContentPartPr>
              <p14:cNvPr id="1048710" name=""/>
              <p14:cNvContentPartPr/>
              <p14:nvPr/>
            </p14:nvContentPartPr>
            <p14:xfrm>
              <a:off x="6082993" y="6528118"/>
              <a:ext cx="704116" cy="128927"/>
            </p14:xfrm>
          </p:contentPart>
        </mc:Choice>
        <mc:Fallback>
          <p:sp>
            <p:nvSpPr>
              <p:cNvPr id="1048710" name=""/>
              <p:cNvSpPr/>
              <p:nvPr/>
            </p:nvSpPr>
            <p:spPr>
              <a:xfrm>
                <a:off x="6082993" y="6528118"/>
                <a:ext cx="704116" cy="128927"/>
              </a:xfrm>
            </p:spPr>
          </p:sp>
        </mc:Fallback>
      </mc:AlternateContent>
      <mc:AlternateContent xmlns:mc="http://schemas.openxmlformats.org/markup-compatibility/2006">
        <mc:Choice xmlns:p14="http://schemas.microsoft.com/office/powerpoint/2010/main" Requires="p14">
          <p:contentPart p14:bwMode="auto" r:id="rId15">
            <p14:nvContentPartPr>
              <p14:cNvPr id="1048711" name=""/>
              <p14:cNvContentPartPr/>
              <p14:nvPr/>
            </p14:nvContentPartPr>
            <p14:xfrm>
              <a:off x="3370173" y="4750340"/>
              <a:ext cx="219526" cy="137435"/>
            </p14:xfrm>
          </p:contentPart>
        </mc:Choice>
        <mc:Fallback>
          <p:sp>
            <p:nvSpPr>
              <p:cNvPr id="1048711" name=""/>
              <p:cNvSpPr/>
              <p:nvPr/>
            </p:nvSpPr>
            <p:spPr>
              <a:xfrm>
                <a:off x="3370173" y="4750340"/>
                <a:ext cx="219526" cy="137435"/>
              </a:xfrm>
            </p:spPr>
          </p:sp>
        </mc:Fallback>
      </mc:AlternateContent>
      <mc:AlternateContent xmlns:mc="http://schemas.openxmlformats.org/markup-compatibility/2006">
        <mc:Choice xmlns:p14="http://schemas.microsoft.com/office/powerpoint/2010/main" Requires="p14">
          <p:contentPart p14:bwMode="auto" r:id="rId16">
            <p14:nvContentPartPr>
              <p14:cNvPr id="1048712" name=""/>
              <p14:cNvContentPartPr/>
              <p14:nvPr/>
            </p14:nvContentPartPr>
            <p14:xfrm>
              <a:off x="8115026" y="4937133"/>
              <a:ext cx="816525" cy="37890"/>
            </p14:xfrm>
          </p:contentPart>
        </mc:Choice>
        <mc:Fallback>
          <p:sp>
            <p:nvSpPr>
              <p:cNvPr id="1048712" name=""/>
              <p:cNvSpPr/>
              <p:nvPr/>
            </p:nvSpPr>
            <p:spPr>
              <a:xfrm>
                <a:off x="8115026" y="4937133"/>
                <a:ext cx="816525" cy="37890"/>
              </a:xfrm>
            </p:spPr>
          </p:sp>
        </mc:Fallback>
      </mc:AlternateContent>
      <mc:AlternateContent xmlns:mc="http://schemas.openxmlformats.org/markup-compatibility/2006">
        <mc:Choice xmlns:p14="http://schemas.microsoft.com/office/powerpoint/2010/main" Requires="p14">
          <p:contentPart p14:bwMode="auto" r:id="rId17">
            <p14:nvContentPartPr>
              <p14:cNvPr id="1048713" name=""/>
              <p14:cNvContentPartPr/>
              <p14:nvPr/>
            </p14:nvContentPartPr>
            <p14:xfrm>
              <a:off x="3147456" y="4880076"/>
              <a:ext cx="229143" cy="1173961"/>
            </p14:xfrm>
          </p:contentPart>
        </mc:Choice>
        <mc:Fallback>
          <p:sp>
            <p:nvSpPr>
              <p:cNvPr id="1048713" name=""/>
              <p:cNvSpPr/>
              <p:nvPr/>
            </p:nvSpPr>
            <p:spPr>
              <a:xfrm>
                <a:off x="3147456" y="4880076"/>
                <a:ext cx="229143" cy="1173961"/>
              </a:xfrm>
            </p:spPr>
          </p:sp>
        </mc:Fallback>
      </mc:AlternateContent>
      <mc:AlternateContent xmlns:mc="http://schemas.openxmlformats.org/markup-compatibility/2006">
        <mc:Choice xmlns:p14="http://schemas.microsoft.com/office/powerpoint/2010/main" Requires="p14">
          <p:contentPart p14:bwMode="auto" r:id="rId18">
            <p14:nvContentPartPr>
              <p14:cNvPr id="1048714" name=""/>
              <p14:cNvContentPartPr/>
              <p14:nvPr/>
            </p14:nvContentPartPr>
            <p14:xfrm>
              <a:off x="8129900" y="5138390"/>
              <a:ext cx="162287" cy="105650"/>
            </p14:xfrm>
          </p:contentPart>
        </mc:Choice>
        <mc:Fallback>
          <p:sp>
            <p:nvSpPr>
              <p:cNvPr id="1048714" name=""/>
              <p:cNvSpPr/>
              <p:nvPr/>
            </p:nvSpPr>
            <p:spPr>
              <a:xfrm>
                <a:off x="8129900" y="5138390"/>
                <a:ext cx="162287" cy="105650"/>
              </a:xfrm>
            </p:spPr>
          </p:sp>
        </mc:Fallback>
      </mc:AlternateContent>
      <mc:AlternateContent xmlns:mc="http://schemas.openxmlformats.org/markup-compatibility/2006">
        <mc:Choice xmlns:p14="http://schemas.microsoft.com/office/powerpoint/2010/main" Requires="p14">
          <p:contentPart p14:bwMode="auto" r:id="rId19">
            <p14:nvContentPartPr>
              <p14:cNvPr id="1048715" name=""/>
              <p14:cNvContentPartPr/>
              <p14:nvPr/>
            </p14:nvContentPartPr>
            <p14:xfrm>
              <a:off x="8066745" y="5436743"/>
              <a:ext cx="167288" cy="94039"/>
            </p14:xfrm>
          </p:contentPart>
        </mc:Choice>
        <mc:Fallback>
          <p:sp>
            <p:nvSpPr>
              <p:cNvPr id="1048715" name=""/>
              <p:cNvSpPr/>
              <p:nvPr/>
            </p:nvSpPr>
            <p:spPr>
              <a:xfrm>
                <a:off x="8066745" y="5436743"/>
                <a:ext cx="167288" cy="94039"/>
              </a:xfrm>
            </p:spPr>
          </p:sp>
        </mc:Fallback>
      </mc:AlternateContent>
      <mc:AlternateContent xmlns:mc="http://schemas.openxmlformats.org/markup-compatibility/2006">
        <mc:Choice xmlns:p14="http://schemas.microsoft.com/office/powerpoint/2010/main" Requires="p14">
          <p:contentPart p14:bwMode="auto" r:id="rId20">
            <p14:nvContentPartPr>
              <p14:cNvPr id="1048716" name=""/>
              <p14:cNvContentPartPr/>
              <p14:nvPr/>
            </p14:nvContentPartPr>
            <p14:xfrm>
              <a:off x="8100492" y="5663875"/>
              <a:ext cx="193620" cy="94276"/>
            </p14:xfrm>
          </p:contentPart>
        </mc:Choice>
        <mc:Fallback>
          <p:sp>
            <p:nvSpPr>
              <p:cNvPr id="1048716" name=""/>
              <p:cNvSpPr/>
              <p:nvPr/>
            </p:nvSpPr>
            <p:spPr>
              <a:xfrm>
                <a:off x="8100492" y="5663875"/>
                <a:ext cx="193620" cy="94276"/>
              </a:xfrm>
            </p:spPr>
          </p:sp>
        </mc:Fallback>
      </mc:AlternateContent>
      <mc:AlternateContent xmlns:mc="http://schemas.openxmlformats.org/markup-compatibility/2006">
        <mc:Choice xmlns:p14="http://schemas.microsoft.com/office/powerpoint/2010/main" Requires="p14">
          <p:contentPart p14:bwMode="auto" r:id="rId21">
            <p14:nvContentPartPr>
              <p14:cNvPr id="1048717" name=""/>
              <p14:cNvContentPartPr/>
              <p14:nvPr/>
            </p14:nvContentPartPr>
            <p14:xfrm>
              <a:off x="8143140" y="5920652"/>
              <a:ext cx="187947" cy="118187"/>
            </p14:xfrm>
          </p:contentPart>
        </mc:Choice>
        <mc:Fallback>
          <p:sp>
            <p:nvSpPr>
              <p:cNvPr id="1048717" name=""/>
              <p:cNvSpPr/>
              <p:nvPr/>
            </p:nvSpPr>
            <p:spPr>
              <a:xfrm>
                <a:off x="8143140" y="5920652"/>
                <a:ext cx="187947" cy="118187"/>
              </a:xfrm>
            </p:spPr>
          </p:sp>
        </mc:Fallback>
      </mc:AlternateContent>
      <mc:AlternateContent xmlns:mc="http://schemas.openxmlformats.org/markup-compatibility/2006">
        <mc:Choice xmlns:p14="http://schemas.microsoft.com/office/powerpoint/2010/main" Requires="p14">
          <p:contentPart p14:bwMode="auto" r:id="rId22">
            <p14:nvContentPartPr>
              <p14:cNvPr id="1048718" name=""/>
              <p14:cNvContentPartPr/>
              <p14:nvPr/>
            </p14:nvContentPartPr>
            <p14:xfrm>
              <a:off x="7828685" y="4763431"/>
              <a:ext cx="320869" cy="1054146"/>
            </p14:xfrm>
          </p:contentPart>
        </mc:Choice>
        <mc:Fallback>
          <p:sp>
            <p:nvSpPr>
              <p:cNvPr id="1048718" name=""/>
              <p:cNvSpPr/>
              <p:nvPr/>
            </p:nvSpPr>
            <p:spPr>
              <a:xfrm>
                <a:off x="7828685" y="4763431"/>
                <a:ext cx="320869" cy="1054146"/>
              </a:xfrm>
            </p:spPr>
          </p:sp>
        </mc:Fallback>
      </mc:AlternateContent>
      <mc:AlternateContent xmlns:mc="http://schemas.openxmlformats.org/markup-compatibility/2006">
        <mc:Choice xmlns:p14="http://schemas.microsoft.com/office/powerpoint/2010/main" Requires="p14">
          <p:contentPart p14:bwMode="auto" r:id="rId23">
            <p14:nvContentPartPr>
              <p14:cNvPr id="1048719" name=""/>
              <p14:cNvContentPartPr/>
              <p14:nvPr/>
            </p14:nvContentPartPr>
            <p14:xfrm>
              <a:off x="7612813" y="6438457"/>
              <a:ext cx="424734" cy="61192"/>
            </p14:xfrm>
          </p:contentPart>
        </mc:Choice>
        <mc:Fallback>
          <p:sp>
            <p:nvSpPr>
              <p:cNvPr id="1048719" name=""/>
              <p:cNvSpPr/>
              <p:nvPr/>
            </p:nvSpPr>
            <p:spPr>
              <a:xfrm>
                <a:off x="7612813" y="6438457"/>
                <a:ext cx="424734" cy="61192"/>
              </a:xfrm>
            </p:spPr>
          </p:sp>
        </mc:Fallback>
      </mc:AlternateContent>
      <mc:AlternateContent xmlns:mc="http://schemas.openxmlformats.org/markup-compatibility/2006">
        <mc:Choice xmlns:p14="http://schemas.microsoft.com/office/powerpoint/2010/main" Requires="p14">
          <p:contentPart p14:bwMode="auto" r:id="rId24">
            <p14:nvContentPartPr>
              <p14:cNvPr id="1048720" name=""/>
              <p14:cNvContentPartPr/>
              <p14:nvPr/>
            </p14:nvContentPartPr>
            <p14:xfrm>
              <a:off x="9408913" y="4757173"/>
              <a:ext cx="571513" cy="1258854"/>
            </p14:xfrm>
          </p:contentPart>
        </mc:Choice>
        <mc:Fallback>
          <p:sp>
            <p:nvSpPr>
              <p:cNvPr id="1048720" name=""/>
              <p:cNvSpPr/>
              <p:nvPr/>
            </p:nvSpPr>
            <p:spPr>
              <a:xfrm>
                <a:off x="9408913" y="4757173"/>
                <a:ext cx="571513" cy="1258854"/>
              </a:xfrm>
            </p:spPr>
          </p:sp>
        </mc:Fallback>
      </mc:AlternateContent>
      <mc:AlternateContent xmlns:mc="http://schemas.openxmlformats.org/markup-compatibility/2006">
        <mc:Choice xmlns:p14="http://schemas.microsoft.com/office/powerpoint/2010/main" Requires="p14">
          <p:contentPart p14:bwMode="auto" r:id="rId25">
            <p14:nvContentPartPr>
              <p14:cNvPr id="1048721" name=""/>
              <p14:cNvContentPartPr/>
              <p14:nvPr/>
            </p14:nvContentPartPr>
            <p14:xfrm>
              <a:off x="9318766" y="6459569"/>
              <a:ext cx="988537" cy="95030"/>
            </p14:xfrm>
          </p:contentPart>
        </mc:Choice>
        <mc:Fallback>
          <p:sp>
            <p:nvSpPr>
              <p:cNvPr id="1048721" name=""/>
              <p:cNvSpPr/>
              <p:nvPr/>
            </p:nvSpPr>
            <p:spPr>
              <a:xfrm>
                <a:off x="9318766" y="6459569"/>
                <a:ext cx="988537" cy="95030"/>
              </a:xfrm>
            </p:spPr>
          </p:sp>
        </mc:Fallback>
      </mc:AlternateContent>
      <mc:AlternateContent xmlns:mc="http://schemas.openxmlformats.org/markup-compatibility/2006">
        <mc:Choice xmlns:p14="http://schemas.microsoft.com/office/powerpoint/2010/main" Requires="p14">
          <p:contentPart p14:bwMode="auto" r:id="rId26">
            <p14:nvContentPartPr>
              <p14:cNvPr id="1048722" name=""/>
              <p14:cNvContentPartPr/>
              <p14:nvPr/>
            </p14:nvContentPartPr>
            <p14:xfrm>
              <a:off x="2819403" y="6474212"/>
              <a:ext cx="1019663" cy="48036"/>
            </p14:xfrm>
          </p:contentPart>
        </mc:Choice>
        <mc:Fallback>
          <p:sp>
            <p:nvSpPr>
              <p:cNvPr id="1048722" name=""/>
              <p:cNvSpPr/>
              <p:nvPr/>
            </p:nvSpPr>
            <p:spPr>
              <a:xfrm>
                <a:off x="2819403" y="6474212"/>
                <a:ext cx="1019663" cy="48036"/>
              </a:xfrm>
            </p:spPr>
          </p:sp>
        </mc:Fallback>
      </mc:AlternateContent>
      <mc:AlternateContent xmlns:mc="http://schemas.openxmlformats.org/markup-compatibility/2006">
        <mc:Choice xmlns:p14="http://schemas.microsoft.com/office/powerpoint/2010/main" Requires="p14">
          <p:contentPart p14:bwMode="auto" r:id="rId27">
            <p14:nvContentPartPr>
              <p14:cNvPr id="1048723" name=""/>
              <p14:cNvContentPartPr/>
              <p14:nvPr/>
            </p14:nvContentPartPr>
            <p14:xfrm>
              <a:off x="3361501" y="6195964"/>
              <a:ext cx="97783" cy="303129"/>
            </p14:xfrm>
          </p:contentPart>
        </mc:Choice>
        <mc:Fallback>
          <p:sp>
            <p:nvSpPr>
              <p:cNvPr id="1048723" name=""/>
              <p:cNvSpPr/>
              <p:nvPr/>
            </p:nvSpPr>
            <p:spPr>
              <a:xfrm>
                <a:off x="3361501" y="6195964"/>
                <a:ext cx="97783" cy="303129"/>
              </a:xfrm>
            </p:spPr>
          </p:sp>
        </mc:Fallback>
      </mc:AlternateContent>
      <mc:AlternateContent xmlns:mc="http://schemas.openxmlformats.org/markup-compatibility/2006">
        <mc:Choice xmlns:p14="http://schemas.microsoft.com/office/powerpoint/2010/main" Requires="p14">
          <p:contentPart p14:bwMode="auto" r:id="rId28">
            <p14:nvContentPartPr>
              <p14:cNvPr id="1048724" name=""/>
              <p14:cNvContentPartPr/>
              <p14:nvPr/>
            </p14:nvContentPartPr>
            <p14:xfrm>
              <a:off x="3805674" y="6215948"/>
              <a:ext cx="80786" cy="308918"/>
            </p14:xfrm>
          </p:contentPart>
        </mc:Choice>
        <mc:Fallback>
          <p:sp>
            <p:nvSpPr>
              <p:cNvPr id="1048724" name=""/>
              <p:cNvSpPr/>
              <p:nvPr/>
            </p:nvSpPr>
            <p:spPr>
              <a:xfrm>
                <a:off x="3805674" y="6215948"/>
                <a:ext cx="80786" cy="308918"/>
              </a:xfrm>
            </p:spPr>
          </p:sp>
        </mc:Fallback>
      </mc:AlternateContent>
      <mc:AlternateContent xmlns:mc="http://schemas.openxmlformats.org/markup-compatibility/2006">
        <mc:Choice xmlns:p14="http://schemas.microsoft.com/office/powerpoint/2010/main" Requires="p14">
          <p:contentPart p14:bwMode="auto" r:id="rId29">
            <p14:nvContentPartPr>
              <p14:cNvPr id="1048725" name=""/>
              <p14:cNvContentPartPr/>
              <p14:nvPr/>
            </p14:nvContentPartPr>
            <p14:xfrm>
              <a:off x="3983014" y="6087753"/>
              <a:ext cx="130548" cy="215917"/>
            </p14:xfrm>
          </p:contentPart>
        </mc:Choice>
        <mc:Fallback>
          <p:sp>
            <p:nvSpPr>
              <p:cNvPr id="1048725" name=""/>
              <p:cNvSpPr/>
              <p:nvPr/>
            </p:nvSpPr>
            <p:spPr>
              <a:xfrm>
                <a:off x="3983014" y="6087753"/>
                <a:ext cx="130548" cy="215917"/>
              </a:xfrm>
            </p:spPr>
          </p:sp>
        </mc:Fallback>
      </mc:AlternateContent>
      <mc:AlternateContent xmlns:mc="http://schemas.openxmlformats.org/markup-compatibility/2006">
        <mc:Choice xmlns:p14="http://schemas.microsoft.com/office/powerpoint/2010/main" Requires="p14">
          <p:contentPart p14:bwMode="auto" r:id="rId30">
            <p14:nvContentPartPr>
              <p14:cNvPr id="1048726" name=""/>
              <p14:cNvContentPartPr/>
              <p14:nvPr/>
            </p14:nvContentPartPr>
            <p14:xfrm>
              <a:off x="8162711" y="6484880"/>
              <a:ext cx="829251" cy="25494"/>
            </p14:xfrm>
          </p:contentPart>
        </mc:Choice>
        <mc:Fallback>
          <p:sp>
            <p:nvSpPr>
              <p:cNvPr id="1048726" name=""/>
              <p:cNvSpPr/>
              <p:nvPr/>
            </p:nvSpPr>
            <p:spPr>
              <a:xfrm>
                <a:off x="8162711" y="6484880"/>
                <a:ext cx="829251" cy="25494"/>
              </a:xfrm>
            </p:spPr>
          </p:sp>
        </mc:Fallback>
      </mc:AlternateContent>
      <mc:AlternateContent xmlns:mc="http://schemas.openxmlformats.org/markup-compatibility/2006">
        <mc:Choice xmlns:p14="http://schemas.microsoft.com/office/powerpoint/2010/main" Requires="p14">
          <p:contentPart p14:bwMode="auto" r:id="rId31">
            <p14:nvContentPartPr>
              <p14:cNvPr id="1048738" name=""/>
              <p14:cNvContentPartPr/>
              <p14:nvPr/>
            </p14:nvContentPartPr>
            <p14:xfrm>
              <a:off x="0" y="0"/>
              <a:ext cx="0" cy="0"/>
            </p14:xfrm>
          </p:contentPart>
        </mc:Choice>
        <mc:Fallback>
          <p:sp>
            <p:nvSpPr>
              <p:cNvPr id="1048738"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32">
            <p14:nvContentPartPr>
              <p14:cNvPr id="1048739" name=""/>
              <p14:cNvContentPartPr/>
              <p14:nvPr/>
            </p14:nvContentPartPr>
            <p14:xfrm>
              <a:off x="6225043" y="2023379"/>
              <a:ext cx="230281" cy="208503"/>
            </p14:xfrm>
          </p:contentPart>
        </mc:Choice>
        <mc:Fallback>
          <p:sp>
            <p:nvSpPr>
              <p:cNvPr id="1048739" name=""/>
              <p:cNvSpPr/>
              <p:nvPr/>
            </p:nvSpPr>
            <p:spPr>
              <a:xfrm>
                <a:off x="6225043" y="2023379"/>
                <a:ext cx="230281" cy="208503"/>
              </a:xfrm>
            </p:spPr>
          </p:sp>
        </mc:Fallback>
      </mc:AlternateContent>
      <mc:AlternateContent xmlns:mc="http://schemas.openxmlformats.org/markup-compatibility/2006">
        <mc:Choice xmlns:p14="http://schemas.microsoft.com/office/powerpoint/2010/main" Requires="p14">
          <p:contentPart p14:bwMode="auto" r:id="rId33">
            <p14:nvContentPartPr>
              <p14:cNvPr id="1048740" name=""/>
              <p14:cNvContentPartPr/>
              <p14:nvPr/>
            </p14:nvContentPartPr>
            <p14:xfrm>
              <a:off x="6022193" y="2279483"/>
              <a:ext cx="233251" cy="163321"/>
            </p14:xfrm>
          </p:contentPart>
        </mc:Choice>
        <mc:Fallback>
          <p:sp>
            <p:nvSpPr>
              <p:cNvPr id="1048740" name=""/>
              <p:cNvSpPr/>
              <p:nvPr/>
            </p:nvSpPr>
            <p:spPr>
              <a:xfrm>
                <a:off x="6022193" y="2279483"/>
                <a:ext cx="233251" cy="163321"/>
              </a:xfrm>
            </p:spPr>
          </p:sp>
        </mc:Fallback>
      </mc:AlternateContent>
      <mc:AlternateContent xmlns:mc="http://schemas.openxmlformats.org/markup-compatibility/2006">
        <mc:Choice xmlns:p14="http://schemas.microsoft.com/office/powerpoint/2010/main" Requires="p14">
          <p:contentPart p14:bwMode="auto" r:id="rId34">
            <p14:nvContentPartPr>
              <p14:cNvPr id="1048741" name=""/>
              <p14:cNvContentPartPr/>
              <p14:nvPr/>
            </p14:nvContentPartPr>
            <p14:xfrm>
              <a:off x="5371168" y="3584734"/>
              <a:ext cx="404203" cy="76418"/>
            </p14:xfrm>
          </p:contentPart>
        </mc:Choice>
        <mc:Fallback>
          <p:sp>
            <p:nvSpPr>
              <p:cNvPr id="1048741" name=""/>
              <p:cNvSpPr/>
              <p:nvPr/>
            </p:nvSpPr>
            <p:spPr>
              <a:xfrm>
                <a:off x="5371168" y="3584734"/>
                <a:ext cx="404203" cy="76418"/>
              </a:xfrm>
            </p:spPr>
          </p:sp>
        </mc:Fallback>
      </mc:AlternateContent>
      <mc:AlternateContent xmlns:mc="http://schemas.openxmlformats.org/markup-compatibility/2006">
        <mc:Choice xmlns:p14="http://schemas.microsoft.com/office/powerpoint/2010/main" Requires="p14">
          <p:contentPart p14:bwMode="auto" r:id="rId35">
            <p14:nvContentPartPr>
              <p14:cNvPr id="1048742" name=""/>
              <p14:cNvContentPartPr/>
              <p14:nvPr/>
            </p14:nvContentPartPr>
            <p14:xfrm>
              <a:off x="5433763" y="3615584"/>
              <a:ext cx="159021" cy="27592"/>
            </p14:xfrm>
          </p:contentPart>
        </mc:Choice>
        <mc:Fallback>
          <p:sp>
            <p:nvSpPr>
              <p:cNvPr id="1048742" name=""/>
              <p:cNvSpPr/>
              <p:nvPr/>
            </p:nvSpPr>
            <p:spPr>
              <a:xfrm>
                <a:off x="5433763" y="3615584"/>
                <a:ext cx="159021" cy="27592"/>
              </a:xfrm>
            </p:spPr>
          </p:sp>
        </mc:Fallback>
      </mc:AlternateContent>
      <mc:AlternateContent xmlns:mc="http://schemas.openxmlformats.org/markup-compatibility/2006">
        <mc:Choice xmlns:p14="http://schemas.microsoft.com/office/powerpoint/2010/main" Requires="p14">
          <p:contentPart p14:bwMode="auto" r:id="rId36">
            <p14:nvContentPartPr>
              <p14:cNvPr id="1048743" name=""/>
              <p14:cNvContentPartPr/>
              <p14:nvPr/>
            </p14:nvContentPartPr>
            <p14:xfrm>
              <a:off x="5719537" y="1994213"/>
              <a:ext cx="180689" cy="87793"/>
            </p14:xfrm>
          </p:contentPart>
        </mc:Choice>
        <mc:Fallback>
          <p:sp>
            <p:nvSpPr>
              <p:cNvPr id="1048743" name=""/>
              <p:cNvSpPr/>
              <p:nvPr/>
            </p:nvSpPr>
            <p:spPr>
              <a:xfrm>
                <a:off x="5719537" y="1994213"/>
                <a:ext cx="180689" cy="87793"/>
              </a:xfrm>
            </p:spPr>
          </p:sp>
        </mc:Fallback>
      </mc:AlternateContent>
      <mc:AlternateContent xmlns:mc="http://schemas.openxmlformats.org/markup-compatibility/2006">
        <mc:Choice xmlns:p14="http://schemas.microsoft.com/office/powerpoint/2010/main" Requires="p14">
          <p:contentPart p14:bwMode="auto" r:id="rId37">
            <p14:nvContentPartPr>
              <p14:cNvPr id="1048744" name=""/>
              <p14:cNvContentPartPr/>
              <p14:nvPr/>
            </p14:nvContentPartPr>
            <p14:xfrm>
              <a:off x="4820142" y="2230251"/>
              <a:ext cx="156093" cy="33767"/>
            </p14:xfrm>
          </p:contentPart>
        </mc:Choice>
        <mc:Fallback>
          <p:sp>
            <p:nvSpPr>
              <p:cNvPr id="1048744" name=""/>
              <p:cNvSpPr/>
              <p:nvPr/>
            </p:nvSpPr>
            <p:spPr>
              <a:xfrm>
                <a:off x="4820142" y="2230251"/>
                <a:ext cx="156093" cy="33767"/>
              </a:xfrm>
            </p:spPr>
          </p:sp>
        </mc:Fallback>
      </mc:AlternateContent>
      <mc:AlternateContent xmlns:mc="http://schemas.openxmlformats.org/markup-compatibility/2006">
        <mc:Choice xmlns:p14="http://schemas.microsoft.com/office/powerpoint/2010/main" Requires="p14">
          <p:contentPart p14:bwMode="auto" r:id="rId38">
            <p14:nvContentPartPr>
              <p14:cNvPr id="1048745" name=""/>
              <p14:cNvContentPartPr/>
              <p14:nvPr/>
            </p14:nvContentPartPr>
            <p14:xfrm>
              <a:off x="4838976" y="2254353"/>
              <a:ext cx="101224" cy="145914"/>
            </p14:xfrm>
          </p:contentPart>
        </mc:Choice>
        <mc:Fallback>
          <p:sp>
            <p:nvSpPr>
              <p:cNvPr id="1048745" name=""/>
              <p:cNvSpPr/>
              <p:nvPr/>
            </p:nvSpPr>
            <p:spPr>
              <a:xfrm>
                <a:off x="4838976" y="2254353"/>
                <a:ext cx="101224" cy="145914"/>
              </a:xfrm>
            </p:spPr>
          </p:sp>
        </mc:Fallback>
      </mc:AlternateContent>
      <mc:AlternateContent xmlns:mc="http://schemas.openxmlformats.org/markup-compatibility/2006">
        <mc:Choice xmlns:p14="http://schemas.microsoft.com/office/powerpoint/2010/main" Requires="p14">
          <p:contentPart p14:bwMode="auto" r:id="rId39">
            <p14:nvContentPartPr>
              <p14:cNvPr id="1048746" name=""/>
              <p14:cNvContentPartPr/>
              <p14:nvPr/>
            </p14:nvContentPartPr>
            <p14:xfrm>
              <a:off x="5032981" y="2233093"/>
              <a:ext cx="84592" cy="168692"/>
            </p14:xfrm>
          </p:contentPart>
        </mc:Choice>
        <mc:Fallback>
          <p:sp>
            <p:nvSpPr>
              <p:cNvPr id="1048746" name=""/>
              <p:cNvSpPr/>
              <p:nvPr/>
            </p:nvSpPr>
            <p:spPr>
              <a:xfrm>
                <a:off x="5032981" y="2233093"/>
                <a:ext cx="84592" cy="168692"/>
              </a:xfrm>
            </p:spPr>
          </p:sp>
        </mc:Fallback>
      </mc:AlternateContent>
      <mc:AlternateContent xmlns:mc="http://schemas.openxmlformats.org/markup-compatibility/2006">
        <mc:Choice xmlns:p14="http://schemas.microsoft.com/office/powerpoint/2010/main" Requires="p14">
          <p:contentPart p14:bwMode="auto" r:id="rId40">
            <p14:nvContentPartPr>
              <p14:cNvPr id="1048747" name=""/>
              <p14:cNvContentPartPr/>
              <p14:nvPr/>
            </p14:nvContentPartPr>
            <p14:xfrm>
              <a:off x="4856559" y="2492724"/>
              <a:ext cx="162734" cy="43505"/>
            </p14:xfrm>
          </p:contentPart>
        </mc:Choice>
        <mc:Fallback>
          <p:sp>
            <p:nvSpPr>
              <p:cNvPr id="1048747" name=""/>
              <p:cNvSpPr/>
              <p:nvPr/>
            </p:nvSpPr>
            <p:spPr>
              <a:xfrm>
                <a:off x="4856559" y="2492724"/>
                <a:ext cx="162734" cy="43505"/>
              </a:xfrm>
            </p:spPr>
          </p:sp>
        </mc:Fallback>
      </mc:AlternateContent>
      <mc:AlternateContent xmlns:mc="http://schemas.openxmlformats.org/markup-compatibility/2006">
        <mc:Choice xmlns:p14="http://schemas.microsoft.com/office/powerpoint/2010/main" Requires="p14">
          <p:contentPart p14:bwMode="auto" r:id="rId41">
            <p14:nvContentPartPr>
              <p14:cNvPr id="1048748" name=""/>
              <p14:cNvContentPartPr/>
              <p14:nvPr/>
            </p14:nvContentPartPr>
            <p14:xfrm>
              <a:off x="4833546" y="2537198"/>
              <a:ext cx="135237" cy="173681"/>
            </p14:xfrm>
          </p:contentPart>
        </mc:Choice>
        <mc:Fallback>
          <p:sp>
            <p:nvSpPr>
              <p:cNvPr id="1048748" name=""/>
              <p:cNvSpPr/>
              <p:nvPr/>
            </p:nvSpPr>
            <p:spPr>
              <a:xfrm>
                <a:off x="4833546" y="2537198"/>
                <a:ext cx="135237" cy="173681"/>
              </a:xfrm>
            </p:spPr>
          </p:sp>
        </mc:Fallback>
      </mc:AlternateContent>
      <mc:AlternateContent xmlns:mc="http://schemas.openxmlformats.org/markup-compatibility/2006">
        <mc:Choice xmlns:p14="http://schemas.microsoft.com/office/powerpoint/2010/main" Requires="p14">
          <p:contentPart p14:bwMode="auto" r:id="rId42">
            <p14:nvContentPartPr>
              <p14:cNvPr id="1048749" name=""/>
              <p14:cNvContentPartPr/>
              <p14:nvPr/>
            </p14:nvContentPartPr>
            <p14:xfrm>
              <a:off x="5026726" y="2509089"/>
              <a:ext cx="121852" cy="182801"/>
            </p14:xfrm>
          </p:contentPart>
        </mc:Choice>
        <mc:Fallback>
          <p:sp>
            <p:nvSpPr>
              <p:cNvPr id="1048749" name=""/>
              <p:cNvSpPr/>
              <p:nvPr/>
            </p:nvSpPr>
            <p:spPr>
              <a:xfrm>
                <a:off x="5026726" y="2509089"/>
                <a:ext cx="121852" cy="182801"/>
              </a:xfrm>
            </p:spPr>
          </p:sp>
        </mc:Fallback>
      </mc:AlternateContent>
      <mc:AlternateContent xmlns:mc="http://schemas.openxmlformats.org/markup-compatibility/2006">
        <mc:Choice xmlns:p14="http://schemas.microsoft.com/office/powerpoint/2010/main" Requires="p14">
          <p:contentPart p14:bwMode="auto" r:id="rId43">
            <p14:nvContentPartPr>
              <p14:cNvPr id="1048753" name=""/>
              <p14:cNvContentPartPr/>
              <p14:nvPr/>
            </p14:nvContentPartPr>
            <p14:xfrm>
              <a:off x="6060778" y="3183128"/>
              <a:ext cx="12549" cy="174952"/>
            </p14:xfrm>
          </p:contentPart>
        </mc:Choice>
        <mc:Fallback>
          <p:sp>
            <p:nvSpPr>
              <p:cNvPr id="1048753" name=""/>
              <p:cNvSpPr/>
              <p:nvPr/>
            </p:nvSpPr>
            <p:spPr>
              <a:xfrm>
                <a:off x="6060778" y="3183128"/>
                <a:ext cx="12549" cy="174952"/>
              </a:xfrm>
            </p:spPr>
          </p:sp>
        </mc:Fallback>
      </mc:AlternateContent>
      <mc:AlternateContent xmlns:mc="http://schemas.openxmlformats.org/markup-compatibility/2006">
        <mc:Choice xmlns:p14="http://schemas.microsoft.com/office/powerpoint/2010/main" Requires="p14">
          <p:contentPart p14:bwMode="auto" r:id="rId44">
            <p14:nvContentPartPr>
              <p14:cNvPr id="1048754" name=""/>
              <p14:cNvContentPartPr/>
              <p14:nvPr/>
            </p14:nvContentPartPr>
            <p14:xfrm>
              <a:off x="5947933" y="3166681"/>
              <a:ext cx="103528" cy="143749"/>
            </p14:xfrm>
          </p:contentPart>
        </mc:Choice>
        <mc:Fallback>
          <p:sp>
            <p:nvSpPr>
              <p:cNvPr id="1048754" name=""/>
              <p:cNvSpPr/>
              <p:nvPr/>
            </p:nvSpPr>
            <p:spPr>
              <a:xfrm>
                <a:off x="5947933" y="3166681"/>
                <a:ext cx="103528" cy="143749"/>
              </a:xfrm>
            </p:spPr>
          </p:sp>
        </mc:Fallback>
      </mc:AlternateContent>
      <mc:AlternateContent xmlns:mc="http://schemas.openxmlformats.org/markup-compatibility/2006">
        <mc:Choice xmlns:p14="http://schemas.microsoft.com/office/powerpoint/2010/main" Requires="p14">
          <p:contentPart p14:bwMode="auto" r:id="rId45">
            <p14:nvContentPartPr>
              <p14:cNvPr id="1048755" name=""/>
              <p14:cNvContentPartPr/>
              <p14:nvPr/>
            </p14:nvContentPartPr>
            <p14:xfrm>
              <a:off x="5981639" y="3367656"/>
              <a:ext cx="127298" cy="1983"/>
            </p14:xfrm>
          </p:contentPart>
        </mc:Choice>
        <mc:Fallback>
          <p:sp>
            <p:nvSpPr>
              <p:cNvPr id="1048755" name=""/>
              <p:cNvSpPr/>
              <p:nvPr/>
            </p:nvSpPr>
            <p:spPr>
              <a:xfrm>
                <a:off x="5981639" y="3367656"/>
                <a:ext cx="127298" cy="1983"/>
              </a:xfrm>
            </p:spPr>
          </p:sp>
        </mc:Fallback>
      </mc:AlternateContent>
      <mc:AlternateContent xmlns:mc="http://schemas.openxmlformats.org/markup-compatibility/2006">
        <mc:Choice xmlns:p14="http://schemas.microsoft.com/office/powerpoint/2010/main" Requires="p14">
          <p:contentPart p14:bwMode="auto" r:id="rId46">
            <p14:nvContentPartPr>
              <p14:cNvPr id="1048756" name=""/>
              <p14:cNvContentPartPr/>
              <p14:nvPr/>
            </p14:nvContentPartPr>
            <p14:xfrm>
              <a:off x="6158693" y="3168516"/>
              <a:ext cx="152756" cy="184455"/>
            </p14:xfrm>
          </p:contentPart>
        </mc:Choice>
        <mc:Fallback>
          <p:sp>
            <p:nvSpPr>
              <p:cNvPr id="1048756" name=""/>
              <p:cNvSpPr/>
              <p:nvPr/>
            </p:nvSpPr>
            <p:spPr>
              <a:xfrm>
                <a:off x="6158693" y="3168516"/>
                <a:ext cx="152756" cy="184455"/>
              </a:xfrm>
            </p:spPr>
          </p:sp>
        </mc:Fallback>
      </mc:AlternateContent>
      <mc:AlternateContent xmlns:mc="http://schemas.openxmlformats.org/markup-compatibility/2006">
        <mc:Choice xmlns:p14="http://schemas.microsoft.com/office/powerpoint/2010/main" Requires="p14">
          <p:contentPart p14:bwMode="auto" r:id="rId47">
            <p14:nvContentPartPr>
              <p14:cNvPr id="1048757" name=""/>
              <p14:cNvContentPartPr/>
              <p14:nvPr/>
            </p14:nvContentPartPr>
            <p14:xfrm>
              <a:off x="5263772" y="2275708"/>
              <a:ext cx="445508" cy="43860"/>
            </p14:xfrm>
          </p:contentPart>
        </mc:Choice>
        <mc:Fallback>
          <p:sp>
            <p:nvSpPr>
              <p:cNvPr id="1048757" name=""/>
              <p:cNvSpPr/>
              <p:nvPr/>
            </p:nvSpPr>
            <p:spPr>
              <a:xfrm>
                <a:off x="5263772" y="2275708"/>
                <a:ext cx="445508" cy="43860"/>
              </a:xfrm>
            </p:spPr>
          </p:sp>
        </mc:Fallback>
      </mc:AlternateContent>
      <mc:AlternateContent xmlns:mc="http://schemas.openxmlformats.org/markup-compatibility/2006">
        <mc:Choice xmlns:p14="http://schemas.microsoft.com/office/powerpoint/2010/main" Requires="p14">
          <p:contentPart p14:bwMode="auto" r:id="rId48">
            <p14:nvContentPartPr>
              <p14:cNvPr id="1048758" name=""/>
              <p14:cNvContentPartPr/>
              <p14:nvPr/>
            </p14:nvContentPartPr>
            <p14:xfrm>
              <a:off x="4805354" y="2388136"/>
              <a:ext cx="451136" cy="114821"/>
            </p14:xfrm>
          </p:contentPart>
        </mc:Choice>
        <mc:Fallback>
          <p:sp>
            <p:nvSpPr>
              <p:cNvPr id="1048758" name=""/>
              <p:cNvSpPr/>
              <p:nvPr/>
            </p:nvSpPr>
            <p:spPr>
              <a:xfrm>
                <a:off x="4805354" y="2388136"/>
                <a:ext cx="451136" cy="114821"/>
              </a:xfrm>
            </p:spPr>
          </p:sp>
        </mc:Fallback>
      </mc:AlternateContent>
      <mc:AlternateContent xmlns:mc="http://schemas.openxmlformats.org/markup-compatibility/2006">
        <mc:Choice xmlns:p14="http://schemas.microsoft.com/office/powerpoint/2010/main" Requires="p14">
          <p:contentPart p14:bwMode="auto" r:id="rId49">
            <p14:nvContentPartPr>
              <p14:cNvPr id="1048761" name=""/>
              <p14:cNvContentPartPr/>
              <p14:nvPr/>
            </p14:nvContentPartPr>
            <p14:xfrm>
              <a:off x="0" y="0"/>
              <a:ext cx="0" cy="0"/>
            </p14:xfrm>
          </p:contentPart>
        </mc:Choice>
        <mc:Fallback>
          <p:sp>
            <p:nvSpPr>
              <p:cNvPr id="1048761"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50">
            <p14:nvContentPartPr>
              <p14:cNvPr id="1048762" name=""/>
              <p14:cNvContentPartPr/>
              <p14:nvPr/>
            </p14:nvContentPartPr>
            <p14:xfrm>
              <a:off x="7939132" y="2028136"/>
              <a:ext cx="393049" cy="1540226"/>
            </p14:xfrm>
          </p:contentPart>
        </mc:Choice>
        <mc:Fallback>
          <p:sp>
            <p:nvSpPr>
              <p:cNvPr id="1048762" name=""/>
              <p:cNvSpPr/>
              <p:nvPr/>
            </p:nvSpPr>
            <p:spPr>
              <a:xfrm>
                <a:off x="7939132" y="2028136"/>
                <a:ext cx="393049" cy="1540226"/>
              </a:xfrm>
            </p:spPr>
          </p:sp>
        </mc:Fallback>
      </mc:AlternateContent>
      <mc:AlternateContent xmlns:mc="http://schemas.openxmlformats.org/markup-compatibility/2006">
        <mc:Choice xmlns:p14="http://schemas.microsoft.com/office/powerpoint/2010/main" Requires="p14">
          <p:contentPart p14:bwMode="auto" r:id="rId51">
            <p14:nvContentPartPr>
              <p14:cNvPr id="1048765" name=""/>
              <p14:cNvContentPartPr/>
              <p14:nvPr/>
            </p14:nvContentPartPr>
            <p14:xfrm>
              <a:off x="8071675" y="2061175"/>
              <a:ext cx="269112" cy="1638275"/>
            </p14:xfrm>
          </p:contentPart>
        </mc:Choice>
        <mc:Fallback>
          <p:sp>
            <p:nvSpPr>
              <p:cNvPr id="1048765" name=""/>
              <p:cNvSpPr/>
              <p:nvPr/>
            </p:nvSpPr>
            <p:spPr>
              <a:xfrm>
                <a:off x="8071675" y="2061175"/>
                <a:ext cx="269112" cy="1638275"/>
              </a:xfrm>
            </p:spPr>
          </p:sp>
        </mc:Fallback>
      </mc:AlternateContent>
      <mc:AlternateContent xmlns:mc="http://schemas.openxmlformats.org/markup-compatibility/2006">
        <mc:Choice xmlns:p14="http://schemas.microsoft.com/office/powerpoint/2010/main" Requires="p14">
          <p:contentPart p14:bwMode="auto" r:id="rId52">
            <p14:nvContentPartPr>
              <p14:cNvPr id="1048785" name=""/>
              <p14:cNvContentPartPr/>
              <p14:nvPr/>
            </p14:nvContentPartPr>
            <p14:xfrm>
              <a:off x="1099785" y="4196155"/>
              <a:ext cx="584163" cy="478663"/>
            </p14:xfrm>
          </p:contentPart>
        </mc:Choice>
        <mc:Fallback>
          <p:sp>
            <p:nvSpPr>
              <p:cNvPr id="1048785" name=""/>
              <p:cNvSpPr/>
              <p:nvPr/>
            </p:nvSpPr>
            <p:spPr>
              <a:xfrm>
                <a:off x="1099785" y="4196155"/>
                <a:ext cx="584163" cy="478663"/>
              </a:xfrm>
            </p:spPr>
          </p:sp>
        </mc:Fallback>
      </mc:AlternateContent>
      <mc:AlternateContent xmlns:mc="http://schemas.openxmlformats.org/markup-compatibility/2006">
        <mc:Choice xmlns:p14="http://schemas.microsoft.com/office/powerpoint/2010/main" Requires="p14">
          <p:contentPart p14:bwMode="auto" r:id="rId53">
            <p14:nvContentPartPr>
              <p14:cNvPr id="1048786" name=""/>
              <p14:cNvContentPartPr/>
              <p14:nvPr/>
            </p14:nvContentPartPr>
            <p14:xfrm>
              <a:off x="1035366" y="4361841"/>
              <a:ext cx="1090657" cy="678387"/>
            </p14:xfrm>
          </p:contentPart>
        </mc:Choice>
        <mc:Fallback>
          <p:sp>
            <p:nvSpPr>
              <p:cNvPr id="1048786" name=""/>
              <p:cNvSpPr/>
              <p:nvPr/>
            </p:nvSpPr>
            <p:spPr>
              <a:xfrm>
                <a:off x="1035366" y="4361841"/>
                <a:ext cx="1090657" cy="678387"/>
              </a:xfrm>
            </p:spPr>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23" name="Shape 117"/>
        <p:cNvGrpSpPr/>
        <p:nvPr/>
      </p:nvGrpSpPr>
      <p:grpSpPr>
        <a:xfrm>
          <a:off x="0" y="0"/>
          <a:ext cx="0" cy="0"/>
          <a:chOff x="0" y="0"/>
          <a:chExt cx="0" cy="0"/>
        </a:xfrm>
      </p:grpSpPr>
      <p:pic>
        <p:nvPicPr>
          <p:cNvPr id="2097152" name="Google Shape;118;p17"/>
          <p:cNvPicPr preferRelativeResize="0">
            <a:picLocks/>
          </p:cNvPicPr>
          <p:nvPr/>
        </p:nvPicPr>
        <p:blipFill rotWithShape="1">
          <a:blip xmlns:r="http://schemas.openxmlformats.org/officeDocument/2006/relationships" r:embed="rId1">
            <a:alphaModFix/>
          </a:blip>
          <a:srcRect l="0" t="0" r="0" b="0"/>
          <a:stretch>
            <a:fillRect/>
          </a:stretch>
        </p:blipFill>
        <p:spPr>
          <a:xfrm>
            <a:off x="2254393" y="388359"/>
            <a:ext cx="8155426" cy="4585423"/>
          </a:xfrm>
          <a:prstGeom prst="rect"/>
          <a:noFill/>
          <a:ln>
            <a:noFill/>
          </a:ln>
        </p:spPr>
      </p:pic>
      <p:pic>
        <p:nvPicPr>
          <p:cNvPr id="2097153" name="Google Shape;119;p17"/>
          <p:cNvPicPr preferRelativeResize="0">
            <a:picLocks/>
          </p:cNvPicPr>
          <p:nvPr/>
        </p:nvPicPr>
        <p:blipFill rotWithShape="1">
          <a:blip xmlns:r="http://schemas.openxmlformats.org/officeDocument/2006/relationships" r:embed="rId2">
            <a:alphaModFix/>
          </a:blip>
          <a:srcRect l="0" t="0" r="0" b="0"/>
          <a:stretch>
            <a:fillRect/>
          </a:stretch>
        </p:blipFill>
        <p:spPr>
          <a:xfrm>
            <a:off x="2222786" y="4849092"/>
            <a:ext cx="7630999" cy="1915391"/>
          </a:xfrm>
          <a:prstGeom prst="rect"/>
          <a:noFill/>
          <a:ln>
            <a:noFill/>
          </a:ln>
        </p:spPr>
      </p:pic>
      <mc:AlternateContent xmlns:mc="http://schemas.openxmlformats.org/markup-compatibility/2006">
        <mc:Choice xmlns:p14="http://schemas.microsoft.com/office/powerpoint/2010/main" Requires="p14">
          <p:contentPart p14:bwMode="auto" r:id="rId3">
            <p14:nvContentPartPr>
              <p14:cNvPr id="1048727" name=""/>
              <p14:cNvContentPartPr/>
              <p14:nvPr/>
            </p14:nvContentPartPr>
            <p14:xfrm>
              <a:off x="2459180" y="1446815"/>
              <a:ext cx="246963" cy="103427"/>
            </p14:xfrm>
          </p:contentPart>
        </mc:Choice>
        <mc:Fallback>
          <p:sp>
            <p:nvSpPr>
              <p:cNvPr id="1048727" name=""/>
              <p:cNvSpPr/>
              <p:nvPr/>
            </p:nvSpPr>
            <p:spPr>
              <a:xfrm>
                <a:off x="2459180" y="1446815"/>
                <a:ext cx="246963" cy="103427"/>
              </a:xfrm>
            </p:spPr>
          </p:sp>
        </mc:Fallback>
      </mc:AlternateContent>
      <mc:AlternateContent xmlns:mc="http://schemas.openxmlformats.org/markup-compatibility/2006">
        <mc:Choice xmlns:p14="http://schemas.microsoft.com/office/powerpoint/2010/main" Requires="p14">
          <p:contentPart p14:bwMode="auto" r:id="rId4">
            <p14:nvContentPartPr>
              <p14:cNvPr id="1048728" name=""/>
              <p14:cNvContentPartPr/>
              <p14:nvPr/>
            </p14:nvContentPartPr>
            <p14:xfrm>
              <a:off x="10013534" y="1402282"/>
              <a:ext cx="389236" cy="43724"/>
            </p14:xfrm>
          </p:contentPart>
        </mc:Choice>
        <mc:Fallback>
          <p:sp>
            <p:nvSpPr>
              <p:cNvPr id="1048728" name=""/>
              <p:cNvSpPr/>
              <p:nvPr/>
            </p:nvSpPr>
            <p:spPr>
              <a:xfrm>
                <a:off x="10013534" y="1402282"/>
                <a:ext cx="389236" cy="43724"/>
              </a:xfrm>
            </p:spPr>
          </p:sp>
        </mc:Fallback>
      </mc:AlternateContent>
      <mc:AlternateContent xmlns:mc="http://schemas.openxmlformats.org/markup-compatibility/2006">
        <mc:Choice xmlns:p14="http://schemas.microsoft.com/office/powerpoint/2010/main" Requires="p14">
          <p:contentPart p14:bwMode="auto" r:id="rId5">
            <p14:nvContentPartPr>
              <p14:cNvPr id="1048729" name=""/>
              <p14:cNvContentPartPr/>
              <p14:nvPr/>
            </p14:nvContentPartPr>
            <p14:xfrm>
              <a:off x="2422712" y="2254450"/>
              <a:ext cx="194509" cy="138962"/>
            </p14:xfrm>
          </p:contentPart>
        </mc:Choice>
        <mc:Fallback>
          <p:sp>
            <p:nvSpPr>
              <p:cNvPr id="1048729" name=""/>
              <p:cNvSpPr/>
              <p:nvPr/>
            </p:nvSpPr>
            <p:spPr>
              <a:xfrm>
                <a:off x="2422712" y="2254450"/>
                <a:ext cx="194509" cy="138962"/>
              </a:xfrm>
            </p:spPr>
          </p:sp>
        </mc:Fallback>
      </mc:AlternateContent>
      <mc:AlternateContent xmlns:mc="http://schemas.openxmlformats.org/markup-compatibility/2006">
        <mc:Choice xmlns:p14="http://schemas.microsoft.com/office/powerpoint/2010/main" Requires="p14">
          <p:contentPart p14:bwMode="auto" r:id="rId6">
            <p14:nvContentPartPr>
              <p14:cNvPr id="1048730" name=""/>
              <p14:cNvContentPartPr/>
              <p14:nvPr/>
            </p14:nvContentPartPr>
            <p14:xfrm>
              <a:off x="9273053" y="1550714"/>
              <a:ext cx="535187" cy="29088"/>
            </p14:xfrm>
          </p:contentPart>
        </mc:Choice>
        <mc:Fallback>
          <p:sp>
            <p:nvSpPr>
              <p:cNvPr id="1048730" name=""/>
              <p:cNvSpPr/>
              <p:nvPr/>
            </p:nvSpPr>
            <p:spPr>
              <a:xfrm>
                <a:off x="9273053" y="1550714"/>
                <a:ext cx="535187" cy="29088"/>
              </a:xfrm>
            </p:spPr>
          </p:sp>
        </mc:Fallback>
      </mc:AlternateContent>
      <mc:AlternateContent xmlns:mc="http://schemas.openxmlformats.org/markup-compatibility/2006">
        <mc:Choice xmlns:p14="http://schemas.microsoft.com/office/powerpoint/2010/main" Requires="p14">
          <p:contentPart p14:bwMode="auto" r:id="rId7">
            <p14:nvContentPartPr>
              <p14:cNvPr id="1048731" name=""/>
              <p14:cNvContentPartPr/>
              <p14:nvPr/>
            </p14:nvContentPartPr>
            <p14:xfrm>
              <a:off x="8021270" y="2259998"/>
              <a:ext cx="698039" cy="48995"/>
            </p14:xfrm>
          </p:contentPart>
        </mc:Choice>
        <mc:Fallback>
          <p:sp>
            <p:nvSpPr>
              <p:cNvPr id="1048731" name=""/>
              <p:cNvSpPr/>
              <p:nvPr/>
            </p:nvSpPr>
            <p:spPr>
              <a:xfrm>
                <a:off x="8021270" y="2259998"/>
                <a:ext cx="698039" cy="48995"/>
              </a:xfrm>
            </p:spPr>
          </p:sp>
        </mc:Fallback>
      </mc:AlternateContent>
      <mc:AlternateContent xmlns:mc="http://schemas.openxmlformats.org/markup-compatibility/2006">
        <mc:Choice xmlns:p14="http://schemas.microsoft.com/office/powerpoint/2010/main" Requires="p14">
          <p:contentPart p14:bwMode="auto" r:id="rId8">
            <p14:nvContentPartPr>
              <p14:cNvPr id="1048732" name=""/>
              <p14:cNvContentPartPr/>
              <p14:nvPr/>
            </p14:nvContentPartPr>
            <p14:xfrm>
              <a:off x="5267510" y="3075903"/>
              <a:ext cx="188241" cy="58656"/>
            </p14:xfrm>
          </p:contentPart>
        </mc:Choice>
        <mc:Fallback>
          <p:sp>
            <p:nvSpPr>
              <p:cNvPr id="1048732" name=""/>
              <p:cNvSpPr/>
              <p:nvPr/>
            </p:nvSpPr>
            <p:spPr>
              <a:xfrm>
                <a:off x="5267510" y="3075903"/>
                <a:ext cx="188241" cy="58656"/>
              </a:xfrm>
            </p:spPr>
          </p:sp>
        </mc:Fallback>
      </mc:AlternateContent>
      <mc:AlternateContent xmlns:mc="http://schemas.openxmlformats.org/markup-compatibility/2006">
        <mc:Choice xmlns:p14="http://schemas.microsoft.com/office/powerpoint/2010/main" Requires="p14">
          <p:contentPart p14:bwMode="auto" r:id="rId9">
            <p14:nvContentPartPr>
              <p14:cNvPr id="1048733" name=""/>
              <p14:cNvContentPartPr/>
              <p14:nvPr/>
            </p14:nvContentPartPr>
            <p14:xfrm>
              <a:off x="5866484" y="3074503"/>
              <a:ext cx="388055" cy="43872"/>
            </p14:xfrm>
          </p:contentPart>
        </mc:Choice>
        <mc:Fallback>
          <p:sp>
            <p:nvSpPr>
              <p:cNvPr id="1048733" name=""/>
              <p:cNvSpPr/>
              <p:nvPr/>
            </p:nvSpPr>
            <p:spPr>
              <a:xfrm>
                <a:off x="5866484" y="3074503"/>
                <a:ext cx="388055" cy="43872"/>
              </a:xfrm>
            </p:spPr>
          </p:sp>
        </mc:Fallback>
      </mc:AlternateContent>
      <mc:AlternateContent xmlns:mc="http://schemas.openxmlformats.org/markup-compatibility/2006">
        <mc:Choice xmlns:p14="http://schemas.microsoft.com/office/powerpoint/2010/main" Requires="p14">
          <p:contentPart p14:bwMode="auto" r:id="rId10">
            <p14:nvContentPartPr>
              <p14:cNvPr id="1048734" name=""/>
              <p14:cNvContentPartPr/>
              <p14:nvPr/>
            </p14:nvContentPartPr>
            <p14:xfrm>
              <a:off x="6376610" y="3115521"/>
              <a:ext cx="87539" cy="9594"/>
            </p14:xfrm>
          </p:contentPart>
        </mc:Choice>
        <mc:Fallback>
          <p:sp>
            <p:nvSpPr>
              <p:cNvPr id="1048734" name=""/>
              <p:cNvSpPr/>
              <p:nvPr/>
            </p:nvSpPr>
            <p:spPr>
              <a:xfrm>
                <a:off x="6376610" y="3115521"/>
                <a:ext cx="87539" cy="9594"/>
              </a:xfrm>
            </p:spPr>
          </p:sp>
        </mc:Fallback>
      </mc:AlternateContent>
      <mc:AlternateContent xmlns:mc="http://schemas.openxmlformats.org/markup-compatibility/2006">
        <mc:Choice xmlns:p14="http://schemas.microsoft.com/office/powerpoint/2010/main" Requires="p14">
          <p:contentPart p14:bwMode="auto" r:id="rId11">
            <p14:nvContentPartPr>
              <p14:cNvPr id="1048735" name=""/>
              <p14:cNvContentPartPr/>
              <p14:nvPr/>
            </p14:nvContentPartPr>
            <p14:xfrm>
              <a:off x="6629637" y="3124431"/>
              <a:ext cx="264691" cy="23312"/>
            </p14:xfrm>
          </p:contentPart>
        </mc:Choice>
        <mc:Fallback>
          <p:sp>
            <p:nvSpPr>
              <p:cNvPr id="1048735" name=""/>
              <p:cNvSpPr/>
              <p:nvPr/>
            </p:nvSpPr>
            <p:spPr>
              <a:xfrm>
                <a:off x="6629637" y="3124431"/>
                <a:ext cx="264691" cy="23312"/>
              </a:xfrm>
            </p:spPr>
          </p:sp>
        </mc:Fallback>
      </mc:AlternateContent>
      <mc:AlternateContent xmlns:mc="http://schemas.openxmlformats.org/markup-compatibility/2006">
        <mc:Choice xmlns:p14="http://schemas.microsoft.com/office/powerpoint/2010/main" Requires="p14">
          <p:contentPart p14:bwMode="auto" r:id="rId12">
            <p14:nvContentPartPr>
              <p14:cNvPr id="1048736" name=""/>
              <p14:cNvContentPartPr/>
              <p14:nvPr/>
            </p14:nvContentPartPr>
            <p14:xfrm>
              <a:off x="7100114" y="3119919"/>
              <a:ext cx="194915" cy="54487"/>
            </p14:xfrm>
          </p:contentPart>
        </mc:Choice>
        <mc:Fallback>
          <p:sp>
            <p:nvSpPr>
              <p:cNvPr id="1048736" name=""/>
              <p:cNvSpPr/>
              <p:nvPr/>
            </p:nvSpPr>
            <p:spPr>
              <a:xfrm>
                <a:off x="7100114" y="3119919"/>
                <a:ext cx="194915" cy="54487"/>
              </a:xfrm>
            </p:spPr>
          </p:sp>
        </mc:Fallback>
      </mc:AlternateContent>
      <mc:AlternateContent xmlns:mc="http://schemas.openxmlformats.org/markup-compatibility/2006">
        <mc:Choice xmlns:p14="http://schemas.microsoft.com/office/powerpoint/2010/main" Requires="p14">
          <p:contentPart p14:bwMode="auto" r:id="rId13">
            <p14:nvContentPartPr>
              <p14:cNvPr id="1048750" name=""/>
              <p14:cNvContentPartPr/>
              <p14:nvPr/>
            </p14:nvContentPartPr>
            <p14:xfrm>
              <a:off x="7324822" y="4164894"/>
              <a:ext cx="123894" cy="42025"/>
            </p14:xfrm>
          </p:contentPart>
        </mc:Choice>
        <mc:Fallback>
          <p:sp>
            <p:nvSpPr>
              <p:cNvPr id="1048750" name=""/>
              <p:cNvSpPr/>
              <p:nvPr/>
            </p:nvSpPr>
            <p:spPr>
              <a:xfrm>
                <a:off x="7324822" y="4164894"/>
                <a:ext cx="123894" cy="42025"/>
              </a:xfrm>
            </p:spPr>
          </p:sp>
        </mc:Fallback>
      </mc:AlternateContent>
      <mc:AlternateContent xmlns:mc="http://schemas.openxmlformats.org/markup-compatibility/2006">
        <mc:Choice xmlns:p14="http://schemas.microsoft.com/office/powerpoint/2010/main" Requires="p14">
          <p:contentPart p14:bwMode="auto" r:id="rId14">
            <p14:nvContentPartPr>
              <p14:cNvPr id="1048751" name=""/>
              <p14:cNvContentPartPr/>
              <p14:nvPr/>
            </p14:nvContentPartPr>
            <p14:xfrm>
              <a:off x="7203033" y="3700598"/>
              <a:ext cx="699037" cy="81159"/>
            </p14:xfrm>
          </p:contentPart>
        </mc:Choice>
        <mc:Fallback>
          <p:sp>
            <p:nvSpPr>
              <p:cNvPr id="1048751" name=""/>
              <p:cNvSpPr/>
              <p:nvPr/>
            </p:nvSpPr>
            <p:spPr>
              <a:xfrm>
                <a:off x="7203033" y="3700598"/>
                <a:ext cx="699037" cy="81159"/>
              </a:xfrm>
            </p:spPr>
          </p:sp>
        </mc:Fallback>
      </mc:AlternateContent>
      <mc:AlternateContent xmlns:mc="http://schemas.openxmlformats.org/markup-compatibility/2006">
        <mc:Choice xmlns:p14="http://schemas.microsoft.com/office/powerpoint/2010/main" Requires="p14">
          <p:contentPart p14:bwMode="auto" r:id="rId15">
            <p14:nvContentPartPr>
              <p14:cNvPr id="1048752" name=""/>
              <p14:cNvContentPartPr/>
              <p14:nvPr/>
            </p14:nvContentPartPr>
            <p14:xfrm>
              <a:off x="6928371" y="5718036"/>
              <a:ext cx="461962" cy="62788"/>
            </p14:xfrm>
          </p:contentPart>
        </mc:Choice>
        <mc:Fallback>
          <p:sp>
            <p:nvSpPr>
              <p:cNvPr id="1048752" name=""/>
              <p:cNvSpPr/>
              <p:nvPr/>
            </p:nvSpPr>
            <p:spPr>
              <a:xfrm>
                <a:off x="6928371" y="5718036"/>
                <a:ext cx="461962" cy="62788"/>
              </a:xfrm>
            </p:spPr>
          </p:sp>
        </mc:Fallback>
      </mc:AlternateContent>
      <mc:AlternateContent xmlns:mc="http://schemas.openxmlformats.org/markup-compatibility/2006">
        <mc:Choice xmlns:p14="http://schemas.microsoft.com/office/powerpoint/2010/main" Requires="p14">
          <p:contentPart p14:bwMode="auto" r:id="rId16">
            <p14:nvContentPartPr>
              <p14:cNvPr id="1048759" name=""/>
              <p14:cNvContentPartPr/>
              <p14:nvPr/>
            </p14:nvContentPartPr>
            <p14:xfrm>
              <a:off x="5834567" y="4880673"/>
              <a:ext cx="653685" cy="106568"/>
            </p14:xfrm>
          </p:contentPart>
        </mc:Choice>
        <mc:Fallback>
          <p:sp>
            <p:nvSpPr>
              <p:cNvPr id="1048759" name=""/>
              <p:cNvSpPr/>
              <p:nvPr/>
            </p:nvSpPr>
            <p:spPr>
              <a:xfrm>
                <a:off x="5834567" y="4880673"/>
                <a:ext cx="653685" cy="106568"/>
              </a:xfrm>
            </p:spPr>
          </p:sp>
        </mc:Fallback>
      </mc:AlternateContent>
      <mc:AlternateContent xmlns:mc="http://schemas.openxmlformats.org/markup-compatibility/2006">
        <mc:Choice xmlns:p14="http://schemas.microsoft.com/office/powerpoint/2010/main" Requires="p14">
          <p:contentPart p14:bwMode="auto" r:id="rId17">
            <p14:nvContentPartPr>
              <p14:cNvPr id="1048760" name=""/>
              <p14:cNvContentPartPr/>
              <p14:nvPr/>
            </p14:nvContentPartPr>
            <p14:xfrm>
              <a:off x="5609319" y="5983423"/>
              <a:ext cx="713169" cy="104017"/>
            </p14:xfrm>
          </p:contentPart>
        </mc:Choice>
        <mc:Fallback>
          <p:sp>
            <p:nvSpPr>
              <p:cNvPr id="1048760" name=""/>
              <p:cNvSpPr/>
              <p:nvPr/>
            </p:nvSpPr>
            <p:spPr>
              <a:xfrm>
                <a:off x="5609319" y="5983423"/>
                <a:ext cx="713169" cy="104017"/>
              </a:xfrm>
            </p:spPr>
          </p:sp>
        </mc:Fallback>
      </mc:AlternateContent>
      <mc:AlternateContent xmlns:mc="http://schemas.openxmlformats.org/markup-compatibility/2006">
        <mc:Choice xmlns:p14="http://schemas.microsoft.com/office/powerpoint/2010/main" Requires="p14">
          <p:contentPart p14:bwMode="auto" r:id="rId18">
            <p14:nvContentPartPr>
              <p14:cNvPr id="1048766" name=""/>
              <p14:cNvContentPartPr/>
              <p14:nvPr/>
            </p14:nvContentPartPr>
            <p14:xfrm>
              <a:off x="5315817" y="4292128"/>
              <a:ext cx="191871" cy="72968"/>
            </p14:xfrm>
          </p:contentPart>
        </mc:Choice>
        <mc:Fallback>
          <p:sp>
            <p:nvSpPr>
              <p:cNvPr id="1048766" name=""/>
              <p:cNvSpPr/>
              <p:nvPr/>
            </p:nvSpPr>
            <p:spPr>
              <a:xfrm>
                <a:off x="5315817" y="4292128"/>
                <a:ext cx="191871" cy="72968"/>
              </a:xfrm>
            </p:spPr>
          </p:sp>
        </mc:Fallback>
      </mc:AlternateContent>
      <mc:AlternateContent xmlns:mc="http://schemas.openxmlformats.org/markup-compatibility/2006">
        <mc:Choice xmlns:p14="http://schemas.microsoft.com/office/powerpoint/2010/main" Requires="p14">
          <p:contentPart p14:bwMode="auto" r:id="rId19">
            <p14:nvContentPartPr>
              <p14:cNvPr id="1048767" name=""/>
              <p14:cNvContentPartPr/>
              <p14:nvPr/>
            </p14:nvContentPartPr>
            <p14:xfrm>
              <a:off x="6399884" y="4619514"/>
              <a:ext cx="164690" cy="211610"/>
            </p14:xfrm>
          </p:contentPart>
        </mc:Choice>
        <mc:Fallback>
          <p:sp>
            <p:nvSpPr>
              <p:cNvPr id="1048767" name=""/>
              <p:cNvSpPr/>
              <p:nvPr/>
            </p:nvSpPr>
            <p:spPr>
              <a:xfrm>
                <a:off x="6399884" y="4619514"/>
                <a:ext cx="164690" cy="211610"/>
              </a:xfrm>
            </p:spPr>
          </p:sp>
        </mc:Fallback>
      </mc:AlternateContent>
      <mc:AlternateContent xmlns:mc="http://schemas.openxmlformats.org/markup-compatibility/2006">
        <mc:Choice xmlns:p14="http://schemas.microsoft.com/office/powerpoint/2010/main" Requires="p14">
          <p:contentPart p14:bwMode="auto" r:id="rId20">
            <p14:nvContentPartPr>
              <p14:cNvPr id="1048768" name=""/>
              <p14:cNvContentPartPr/>
              <p14:nvPr/>
            </p14:nvContentPartPr>
            <p14:xfrm>
              <a:off x="6283305" y="5764587"/>
              <a:ext cx="141948" cy="220374"/>
            </p14:xfrm>
          </p:contentPart>
        </mc:Choice>
        <mc:Fallback>
          <p:sp>
            <p:nvSpPr>
              <p:cNvPr id="1048768" name=""/>
              <p:cNvSpPr/>
              <p:nvPr/>
            </p:nvSpPr>
            <p:spPr>
              <a:xfrm>
                <a:off x="6283305" y="5764587"/>
                <a:ext cx="141948" cy="220374"/>
              </a:xfrm>
            </p:spPr>
          </p:sp>
        </mc:Fallback>
      </mc:AlternateContent>
      <mc:AlternateContent xmlns:mc="http://schemas.openxmlformats.org/markup-compatibility/2006">
        <mc:Choice xmlns:p14="http://schemas.microsoft.com/office/powerpoint/2010/main" Requires="p14">
          <p:contentPart p14:bwMode="auto" r:id="rId21">
            <p14:nvContentPartPr>
              <p14:cNvPr id="1048776" name=""/>
              <p14:cNvContentPartPr/>
              <p14:nvPr/>
            </p14:nvContentPartPr>
            <p14:xfrm>
              <a:off x="7282114" y="3740471"/>
              <a:ext cx="526144" cy="18872"/>
            </p14:xfrm>
          </p:contentPart>
        </mc:Choice>
        <mc:Fallback>
          <p:sp>
            <p:nvSpPr>
              <p:cNvPr id="1048776" name=""/>
              <p:cNvSpPr/>
              <p:nvPr/>
            </p:nvSpPr>
            <p:spPr>
              <a:xfrm>
                <a:off x="7282114" y="3740471"/>
                <a:ext cx="526144" cy="18872"/>
              </a:xfrm>
            </p:spPr>
          </p:sp>
        </mc:Fallback>
      </mc:AlternateContent>
      <mc:AlternateContent xmlns:mc="http://schemas.openxmlformats.org/markup-compatibility/2006">
        <mc:Choice xmlns:p14="http://schemas.microsoft.com/office/powerpoint/2010/main" Requires="p14">
          <p:contentPart p14:bwMode="auto" r:id="rId22">
            <p14:nvContentPartPr>
              <p14:cNvPr id="1048777" name=""/>
              <p14:cNvContentPartPr/>
              <p14:nvPr/>
            </p14:nvContentPartPr>
            <p14:xfrm>
              <a:off x="7014741" y="5731985"/>
              <a:ext cx="328145" cy="14000"/>
            </p14:xfrm>
          </p:contentPart>
        </mc:Choice>
        <mc:Fallback>
          <p:sp>
            <p:nvSpPr>
              <p:cNvPr id="1048777" name=""/>
              <p:cNvSpPr/>
              <p:nvPr/>
            </p:nvSpPr>
            <p:spPr>
              <a:xfrm>
                <a:off x="7014741" y="5731985"/>
                <a:ext cx="328145" cy="14000"/>
              </a:xfrm>
            </p:spPr>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26" name="Shape 123"/>
        <p:cNvGrpSpPr/>
        <p:nvPr/>
      </p:nvGrpSpPr>
      <p:grpSpPr>
        <a:xfrm>
          <a:off x="0" y="0"/>
          <a:ext cx="0" cy="0"/>
          <a:chOff x="0" y="0"/>
          <a:chExt cx="0" cy="0"/>
        </a:xfrm>
      </p:grpSpPr>
      <p:pic>
        <p:nvPicPr>
          <p:cNvPr id="2097154" name="Google Shape;124;p18"/>
          <p:cNvPicPr preferRelativeResize="0">
            <a:picLocks/>
          </p:cNvPicPr>
          <p:nvPr/>
        </p:nvPicPr>
        <p:blipFill rotWithShape="1">
          <a:blip xmlns:r="http://schemas.openxmlformats.org/officeDocument/2006/relationships" r:embed="rId1">
            <a:alphaModFix/>
          </a:blip>
          <a:srcRect l="0" t="0" r="0" b="0"/>
          <a:stretch>
            <a:fillRect/>
          </a:stretch>
        </p:blipFill>
        <p:spPr>
          <a:xfrm>
            <a:off x="2371291" y="428624"/>
            <a:ext cx="7776734" cy="5514975"/>
          </a:xfrm>
          <a:prstGeom prst="rect"/>
          <a:noFill/>
          <a:ln>
            <a:noFill/>
          </a:ln>
        </p:spPr>
      </p:pic>
      <mc:AlternateContent xmlns:mc="http://schemas.openxmlformats.org/markup-compatibility/2006">
        <mc:Choice xmlns:p14="http://schemas.microsoft.com/office/powerpoint/2010/main" Requires="p14">
          <p:contentPart p14:bwMode="auto" r:id="rId2">
            <p14:nvContentPartPr>
              <p14:cNvPr id="1048763" name=""/>
              <p14:cNvContentPartPr/>
              <p14:nvPr/>
            </p14:nvContentPartPr>
            <p14:xfrm>
              <a:off x="2939652" y="1824070"/>
              <a:ext cx="624002" cy="3301688"/>
            </p14:xfrm>
          </p:contentPart>
        </mc:Choice>
        <mc:Fallback>
          <p:sp>
            <p:nvSpPr>
              <p:cNvPr id="1048763" name=""/>
              <p:cNvSpPr/>
              <p:nvPr/>
            </p:nvSpPr>
            <p:spPr>
              <a:xfrm>
                <a:off x="2939652" y="1824070"/>
                <a:ext cx="624002" cy="3301688"/>
              </a:xfrm>
            </p:spPr>
          </p:sp>
        </mc:Fallback>
      </mc:AlternateContent>
      <mc:AlternateContent xmlns:mc="http://schemas.openxmlformats.org/markup-compatibility/2006">
        <mc:Choice xmlns:p14="http://schemas.microsoft.com/office/powerpoint/2010/main" Requires="p14">
          <p:contentPart p14:bwMode="auto" r:id="rId3">
            <p14:nvContentPartPr>
              <p14:cNvPr id="1048764" name=""/>
              <p14:cNvContentPartPr/>
              <p14:nvPr/>
            </p14:nvContentPartPr>
            <p14:xfrm>
              <a:off x="4165885" y="5731883"/>
              <a:ext cx="4954711" cy="116650"/>
            </p14:xfrm>
          </p:contentPart>
        </mc:Choice>
        <mc:Fallback>
          <p:sp>
            <p:nvSpPr>
              <p:cNvPr id="1048764" name=""/>
              <p:cNvSpPr/>
              <p:nvPr/>
            </p:nvSpPr>
            <p:spPr>
              <a:xfrm>
                <a:off x="4165885" y="5731883"/>
                <a:ext cx="4954711" cy="116650"/>
              </a:xfrm>
            </p:spPr>
          </p:sp>
        </mc:Fallback>
      </mc:AlternateContent>
      <mc:AlternateContent xmlns:mc="http://schemas.openxmlformats.org/markup-compatibility/2006">
        <mc:Choice xmlns:p14="http://schemas.microsoft.com/office/powerpoint/2010/main" Requires="p14">
          <p:contentPart p14:bwMode="auto" r:id="rId4">
            <p14:nvContentPartPr>
              <p14:cNvPr id="1048769" name=""/>
              <p14:cNvContentPartPr/>
              <p14:nvPr/>
            </p14:nvContentPartPr>
            <p14:xfrm>
              <a:off x="4324272" y="5022618"/>
              <a:ext cx="36120" cy="51426"/>
            </p14:xfrm>
          </p:contentPart>
        </mc:Choice>
        <mc:Fallback>
          <p:sp>
            <p:nvSpPr>
              <p:cNvPr id="1048769" name=""/>
              <p:cNvSpPr/>
              <p:nvPr/>
            </p:nvSpPr>
            <p:spPr>
              <a:xfrm>
                <a:off x="4324272" y="5022618"/>
                <a:ext cx="36120" cy="51426"/>
              </a:xfrm>
            </p:spPr>
          </p:sp>
        </mc:Fallback>
      </mc:AlternateContent>
      <mc:AlternateContent xmlns:mc="http://schemas.openxmlformats.org/markup-compatibility/2006">
        <mc:Choice xmlns:p14="http://schemas.microsoft.com/office/powerpoint/2010/main" Requires="p14">
          <p:contentPart p14:bwMode="auto" r:id="rId5">
            <p14:nvContentPartPr>
              <p14:cNvPr id="1048770" name=""/>
              <p14:cNvContentPartPr/>
              <p14:nvPr/>
            </p14:nvContentPartPr>
            <p14:xfrm>
              <a:off x="8782713" y="2407025"/>
              <a:ext cx="147377" cy="77696"/>
            </p14:xfrm>
          </p:contentPart>
        </mc:Choice>
        <mc:Fallback>
          <p:sp>
            <p:nvSpPr>
              <p:cNvPr id="1048770" name=""/>
              <p:cNvSpPr/>
              <p:nvPr/>
            </p:nvSpPr>
            <p:spPr>
              <a:xfrm>
                <a:off x="8782713" y="2407025"/>
                <a:ext cx="147377" cy="77696"/>
              </a:xfrm>
            </p:spPr>
          </p:sp>
        </mc:Fallback>
      </mc:AlternateContent>
      <mc:AlternateContent xmlns:mc="http://schemas.openxmlformats.org/markup-compatibility/2006">
        <mc:Choice xmlns:p14="http://schemas.microsoft.com/office/powerpoint/2010/main" Requires="p14">
          <p:contentPart p14:bwMode="auto" r:id="rId6">
            <p14:nvContentPartPr>
              <p14:cNvPr id="1048771" name=""/>
              <p14:cNvContentPartPr/>
              <p14:nvPr/>
            </p14:nvContentPartPr>
            <p14:xfrm>
              <a:off x="4338137" y="2178463"/>
              <a:ext cx="4643970" cy="2795919"/>
            </p14:xfrm>
          </p:contentPart>
        </mc:Choice>
        <mc:Fallback>
          <p:sp>
            <p:nvSpPr>
              <p:cNvPr id="1048771" name=""/>
              <p:cNvSpPr/>
              <p:nvPr/>
            </p:nvSpPr>
            <p:spPr>
              <a:xfrm>
                <a:off x="4338137" y="2178463"/>
                <a:ext cx="4643970" cy="2795919"/>
              </a:xfrm>
            </p:spPr>
          </p:sp>
        </mc:Fallback>
      </mc:AlternateContent>
      <mc:AlternateContent xmlns:mc="http://schemas.openxmlformats.org/markup-compatibility/2006">
        <mc:Choice xmlns:p14="http://schemas.microsoft.com/office/powerpoint/2010/main" Requires="p14">
          <p:contentPart p14:bwMode="auto" r:id="rId7">
            <p14:nvContentPartPr>
              <p14:cNvPr id="1048772" name=""/>
              <p14:cNvContentPartPr/>
              <p14:nvPr/>
            </p14:nvContentPartPr>
            <p14:xfrm>
              <a:off x="0" y="0"/>
              <a:ext cx="0" cy="0"/>
            </p14:xfrm>
          </p:contentPart>
        </mc:Choice>
        <mc:Fallback>
          <p:sp>
            <p:nvSpPr>
              <p:cNvPr id="1048772"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8">
            <p14:nvContentPartPr>
              <p14:cNvPr id="1048773" name=""/>
              <p14:cNvContentPartPr/>
              <p14:nvPr/>
            </p14:nvContentPartPr>
            <p14:xfrm>
              <a:off x="5218871" y="4245699"/>
              <a:ext cx="3715" cy="41148"/>
            </p14:xfrm>
          </p:contentPart>
        </mc:Choice>
        <mc:Fallback>
          <p:sp>
            <p:nvSpPr>
              <p:cNvPr id="1048773" name=""/>
              <p:cNvSpPr/>
              <p:nvPr/>
            </p:nvSpPr>
            <p:spPr>
              <a:xfrm>
                <a:off x="5218871" y="4245699"/>
                <a:ext cx="3715" cy="41148"/>
              </a:xfrm>
            </p:spPr>
          </p:sp>
        </mc:Fallback>
      </mc:AlternateContent>
      <mc:AlternateContent xmlns:mc="http://schemas.openxmlformats.org/markup-compatibility/2006">
        <mc:Choice xmlns:p14="http://schemas.microsoft.com/office/powerpoint/2010/main" Requires="p14">
          <p:contentPart p14:bwMode="auto" r:id="rId9">
            <p14:nvContentPartPr>
              <p14:cNvPr id="1048774" name=""/>
              <p14:cNvContentPartPr/>
              <p14:nvPr/>
            </p14:nvContentPartPr>
            <p14:xfrm>
              <a:off x="0" y="0"/>
              <a:ext cx="0" cy="0"/>
            </p14:xfrm>
          </p:contentPart>
        </mc:Choice>
        <mc:Fallback>
          <p:sp>
            <p:nvSpPr>
              <p:cNvPr id="1048774"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0">
            <p14:nvContentPartPr>
              <p14:cNvPr id="1048775" name=""/>
              <p14:cNvContentPartPr/>
              <p14:nvPr/>
            </p14:nvContentPartPr>
            <p14:xfrm>
              <a:off x="4800459" y="4931896"/>
              <a:ext cx="18493" cy="20924"/>
            </p14:xfrm>
          </p:contentPart>
        </mc:Choice>
        <mc:Fallback>
          <p:sp>
            <p:nvSpPr>
              <p:cNvPr id="1048775" name=""/>
              <p:cNvSpPr/>
              <p:nvPr/>
            </p:nvSpPr>
            <p:spPr>
              <a:xfrm>
                <a:off x="4800459" y="4931896"/>
                <a:ext cx="18493" cy="20924"/>
              </a:xfrm>
            </p:spPr>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2" name="Shape 128"/>
        <p:cNvGrpSpPr/>
        <p:nvPr/>
      </p:nvGrpSpPr>
      <p:grpSpPr>
        <a:xfrm>
          <a:off x="0" y="0"/>
          <a:ext cx="0" cy="0"/>
          <a:chOff x="0" y="0"/>
          <a:chExt cx="0" cy="0"/>
        </a:xfrm>
      </p:grpSpPr>
      <p:sp>
        <p:nvSpPr>
          <p:cNvPr id="1048595" name="Google Shape;129;p19"/>
          <p:cNvSpPr/>
          <p:nvPr/>
        </p:nvSpPr>
        <p:spPr>
          <a:xfrm>
            <a:off x="389116" y="348735"/>
            <a:ext cx="7148111" cy="477054"/>
          </a:xfrm>
          <a:prstGeom prst="rect"/>
          <a:noFill/>
          <a:ln>
            <a:noFill/>
          </a:ln>
        </p:spPr>
        <p:txBody>
          <a:bodyPr anchor="t" anchorCtr="0" bIns="45700" lIns="91425" rIns="91425" spcFirstLastPara="1" tIns="45700" wrap="square">
            <a:noAutofit/>
          </a:bodyPr>
          <a:p>
            <a:pPr algn="l" indent="0" lvl="0" marL="0" marR="0" rtl="0">
              <a:spcBef>
                <a:spcPts val="0"/>
              </a:spcBef>
              <a:spcAft>
                <a:spcPts val="0"/>
              </a:spcAft>
              <a:buNone/>
            </a:pPr>
            <a:r>
              <a:rPr b="1" sz="2500" lang="en-US">
                <a:solidFill>
                  <a:schemeClr val="accent5"/>
                </a:solidFill>
                <a:latin typeface="Arial"/>
                <a:ea typeface="Arial"/>
                <a:cs typeface="Arial"/>
                <a:sym typeface="Arial"/>
              </a:rPr>
              <a:t>EXAMPLE 10–10   </a:t>
            </a:r>
            <a:r>
              <a:rPr b="1" sz="2500" lang="en-US">
                <a:solidFill>
                  <a:schemeClr val="dk1"/>
                </a:solidFill>
                <a:latin typeface="Arial"/>
                <a:ea typeface="Arial"/>
                <a:cs typeface="Arial"/>
                <a:sym typeface="Arial"/>
              </a:rPr>
              <a:t>Absences and Final Grades</a:t>
            </a:r>
            <a:endParaRPr b="1" sz="2500">
              <a:solidFill>
                <a:schemeClr val="dk1"/>
              </a:solidFill>
              <a:latin typeface="Arial"/>
              <a:ea typeface="Arial"/>
              <a:cs typeface="Arial"/>
              <a:sym typeface="Arial"/>
            </a:endParaRPr>
          </a:p>
        </p:txBody>
      </p:sp>
      <p:sp>
        <p:nvSpPr>
          <p:cNvPr id="1048596" name="Google Shape;130;p19"/>
          <p:cNvSpPr/>
          <p:nvPr/>
        </p:nvSpPr>
        <p:spPr>
          <a:xfrm>
            <a:off x="389116" y="930717"/>
            <a:ext cx="6191794" cy="1785104"/>
          </a:xfrm>
          <a:prstGeom prst="rect"/>
          <a:noFill/>
          <a:ln>
            <a:noFill/>
          </a:ln>
        </p:spPr>
        <p:txBody>
          <a:bodyPr anchor="t" anchorCtr="0" bIns="45700" lIns="91425" rIns="91425" spcFirstLastPara="1" tIns="45700" wrap="square">
            <a:noAutofit/>
          </a:bodyPr>
          <a:p>
            <a:pPr algn="just" indent="0" lvl="0" marL="0" marR="0" rtl="0">
              <a:spcBef>
                <a:spcPts val="0"/>
              </a:spcBef>
              <a:spcAft>
                <a:spcPts val="0"/>
              </a:spcAft>
              <a:buNone/>
            </a:pPr>
            <a:r>
              <a:rPr sz="2200" lang="en-US">
                <a:solidFill>
                  <a:schemeClr val="dk1"/>
                </a:solidFill>
                <a:latin typeface="Calibri"/>
                <a:ea typeface="Calibri"/>
                <a:cs typeface="Calibri"/>
                <a:sym typeface="Calibri"/>
              </a:rPr>
              <a:t>Find the </a:t>
            </a:r>
            <a:r>
              <a:rPr b="1" sz="2200" lang="en-US">
                <a:solidFill>
                  <a:schemeClr val="dk1"/>
                </a:solidFill>
                <a:latin typeface="Calibri"/>
                <a:ea typeface="Calibri"/>
                <a:cs typeface="Calibri"/>
                <a:sym typeface="Calibri"/>
              </a:rPr>
              <a:t>equation of the regression line </a:t>
            </a:r>
            <a:r>
              <a:rPr sz="2200" lang="en-US">
                <a:solidFill>
                  <a:schemeClr val="dk1"/>
                </a:solidFill>
                <a:latin typeface="Calibri"/>
                <a:ea typeface="Calibri"/>
                <a:cs typeface="Calibri"/>
                <a:sym typeface="Calibri"/>
              </a:rPr>
              <a:t>for the data obtained in a study on the number of absences and the final grades of seven randomly selected students from a statistics class, and </a:t>
            </a:r>
            <a:r>
              <a:rPr b="1" sz="2200" lang="en-US">
                <a:solidFill>
                  <a:schemeClr val="dk1"/>
                </a:solidFill>
                <a:latin typeface="Calibri"/>
                <a:ea typeface="Calibri"/>
                <a:cs typeface="Calibri"/>
                <a:sym typeface="Calibri"/>
              </a:rPr>
              <a:t>graph the line on the scatter plot of the data</a:t>
            </a:r>
            <a:r>
              <a:rPr sz="2200" lang="en-US">
                <a:solidFill>
                  <a:schemeClr val="dk1"/>
                </a:solidFill>
                <a:latin typeface="Calibri"/>
                <a:ea typeface="Calibri"/>
                <a:cs typeface="Calibri"/>
                <a:sym typeface="Calibri"/>
              </a:rPr>
              <a:t>.</a:t>
            </a:r>
          </a:p>
        </p:txBody>
      </p:sp>
      <p:pic>
        <p:nvPicPr>
          <p:cNvPr id="2097157" name="Google Shape;131;p19"/>
          <p:cNvPicPr preferRelativeResize="0">
            <a:picLocks/>
          </p:cNvPicPr>
          <p:nvPr/>
        </p:nvPicPr>
        <p:blipFill rotWithShape="1">
          <a:blip xmlns:r="http://schemas.openxmlformats.org/officeDocument/2006/relationships" r:embed="rId1">
            <a:alphaModFix/>
          </a:blip>
          <a:srcRect l="0" t="0" r="0" b="0"/>
          <a:stretch>
            <a:fillRect/>
          </a:stretch>
        </p:blipFill>
        <p:spPr>
          <a:xfrm>
            <a:off x="6580910" y="825789"/>
            <a:ext cx="5314950" cy="2476500"/>
          </a:xfrm>
          <a:prstGeom prst="rect"/>
          <a:noFill/>
          <a:ln>
            <a:noFill/>
          </a:ln>
        </p:spPr>
      </p:pic>
      <p:sp>
        <p:nvSpPr>
          <p:cNvPr id="1048597" name="Google Shape;132;p19"/>
          <p:cNvSpPr/>
          <p:nvPr/>
        </p:nvSpPr>
        <p:spPr>
          <a:xfrm>
            <a:off x="389116" y="2787462"/>
            <a:ext cx="5970120" cy="477054"/>
          </a:xfrm>
          <a:prstGeom prst="rect"/>
          <a:noFill/>
          <a:ln>
            <a:noFill/>
          </a:ln>
        </p:spPr>
        <p:txBody>
          <a:bodyPr anchor="t" anchorCtr="0" bIns="45700" lIns="91425" rIns="91425" spcFirstLastPara="1" tIns="45700" wrap="square">
            <a:noAutofit/>
          </a:bodyPr>
          <a:p>
            <a:pPr algn="l" indent="0" lvl="0" marL="0" marR="0" rtl="0">
              <a:spcBef>
                <a:spcPts val="0"/>
              </a:spcBef>
              <a:spcAft>
                <a:spcPts val="0"/>
              </a:spcAft>
              <a:buNone/>
            </a:pPr>
            <a:r>
              <a:rPr b="1" sz="2500" lang="en-US">
                <a:solidFill>
                  <a:schemeClr val="accent5"/>
                </a:solidFill>
                <a:latin typeface="Calibri"/>
                <a:ea typeface="Calibri"/>
                <a:cs typeface="Calibri"/>
                <a:sym typeface="Calibri"/>
              </a:rPr>
              <a:t>Solution: </a:t>
            </a:r>
            <a:r>
              <a:rPr sz="2200" lang="en-US">
                <a:solidFill>
                  <a:schemeClr val="dk1"/>
                </a:solidFill>
                <a:latin typeface="Calibri"/>
                <a:ea typeface="Calibri"/>
                <a:cs typeface="Calibri"/>
                <a:sym typeface="Calibri"/>
              </a:rPr>
              <a:t>Do yourself (Page-569, Reference book)</a:t>
            </a:r>
            <a:endParaRPr sz="2200">
              <a:solidFill>
                <a:schemeClr val="dk1"/>
              </a:solidFill>
              <a:latin typeface="Calibri"/>
              <a:ea typeface="Calibri"/>
              <a:cs typeface="Calibri"/>
              <a:sym typeface="Calibri"/>
            </a:endParaRPr>
          </a:p>
        </p:txBody>
      </p:sp>
      <p:pic>
        <p:nvPicPr>
          <p:cNvPr id="2097158" name="Google Shape;133;p19"/>
          <p:cNvPicPr preferRelativeResize="0">
            <a:picLocks/>
          </p:cNvPicPr>
          <p:nvPr/>
        </p:nvPicPr>
        <p:blipFill rotWithShape="1">
          <a:blip xmlns:r="http://schemas.openxmlformats.org/officeDocument/2006/relationships" r:embed="rId2">
            <a:alphaModFix/>
          </a:blip>
          <a:srcRect l="0" t="0" r="0" b="54150"/>
          <a:stretch>
            <a:fillRect/>
          </a:stretch>
        </p:blipFill>
        <p:spPr>
          <a:xfrm>
            <a:off x="455388" y="4363272"/>
            <a:ext cx="7317011" cy="2051383"/>
          </a:xfrm>
          <a:prstGeom prst="rect"/>
          <a:noFill/>
          <a:ln>
            <a:noFill/>
          </a:ln>
        </p:spPr>
      </p:pic>
      <p:pic>
        <p:nvPicPr>
          <p:cNvPr id="2097159" name="Google Shape;134;p19"/>
          <p:cNvPicPr preferRelativeResize="0">
            <a:picLocks/>
          </p:cNvPicPr>
          <p:nvPr/>
        </p:nvPicPr>
        <p:blipFill rotWithShape="1">
          <a:blip xmlns:r="http://schemas.openxmlformats.org/officeDocument/2006/relationships" r:embed="rId2">
            <a:alphaModFix/>
          </a:blip>
          <a:srcRect l="39609" t="49351" r="0" b="11056"/>
          <a:stretch>
            <a:fillRect/>
          </a:stretch>
        </p:blipFill>
        <p:spPr>
          <a:xfrm>
            <a:off x="7952509" y="4363272"/>
            <a:ext cx="4239491" cy="1497201"/>
          </a:xfrm>
          <a:prstGeom prst="rect"/>
          <a:noFill/>
          <a:ln>
            <a:noFill/>
          </a:ln>
        </p:spPr>
      </p:pic>
      <p:pic>
        <p:nvPicPr>
          <p:cNvPr id="2097160" name="Google Shape;135;p19"/>
          <p:cNvPicPr preferRelativeResize="0">
            <a:picLocks/>
          </p:cNvPicPr>
          <p:nvPr/>
        </p:nvPicPr>
        <p:blipFill rotWithShape="1">
          <a:blip xmlns:r="http://schemas.openxmlformats.org/officeDocument/2006/relationships" r:embed="rId2">
            <a:alphaModFix/>
          </a:blip>
          <a:srcRect l="0" t="89212" r="36371" b="0"/>
          <a:stretch>
            <a:fillRect/>
          </a:stretch>
        </p:blipFill>
        <p:spPr>
          <a:xfrm>
            <a:off x="8146473" y="5957786"/>
            <a:ext cx="4142509" cy="456869"/>
          </a:xfrm>
          <a:prstGeom prst="rect"/>
          <a:noFill/>
          <a:ln>
            <a:noFill/>
          </a:ln>
        </p:spPr>
      </p:pic>
      <p:sp>
        <p:nvSpPr>
          <p:cNvPr id="1048598" name="Google Shape;136;p19"/>
          <p:cNvSpPr/>
          <p:nvPr/>
        </p:nvSpPr>
        <p:spPr>
          <a:xfrm>
            <a:off x="389116" y="3776804"/>
            <a:ext cx="5168723" cy="477054"/>
          </a:xfrm>
          <a:prstGeom prst="rect"/>
          <a:noFill/>
          <a:ln>
            <a:noFill/>
          </a:ln>
        </p:spPr>
        <p:txBody>
          <a:bodyPr anchor="t" anchorCtr="0" bIns="45700" lIns="91425" rIns="91425" spcFirstLastPara="1" tIns="45700" wrap="square">
            <a:noAutofit/>
          </a:bodyPr>
          <a:p>
            <a:pPr algn="l" indent="0" lvl="0" marL="0" marR="0" rtl="0">
              <a:spcBef>
                <a:spcPts val="0"/>
              </a:spcBef>
              <a:spcAft>
                <a:spcPts val="0"/>
              </a:spcAft>
              <a:buNone/>
            </a:pPr>
            <a:r>
              <a:rPr b="1" sz="2500" lang="en-US">
                <a:solidFill>
                  <a:schemeClr val="accent5"/>
                </a:solidFill>
                <a:latin typeface="Calibri"/>
                <a:ea typeface="Calibri"/>
                <a:cs typeface="Calibri"/>
                <a:sym typeface="Calibri"/>
              </a:rPr>
              <a:t>Prediction using regression equation</a:t>
            </a:r>
            <a:endParaRPr sz="2500">
              <a:solidFill>
                <a:schemeClr val="accent5"/>
              </a:solidFill>
              <a:latin typeface="Calibri"/>
              <a:ea typeface="Calibri"/>
              <a:cs typeface="Calibri"/>
              <a:sym typeface="Calibri"/>
            </a:endParaRPr>
          </a:p>
        </p:txBody>
      </p:sp>
      <mc:AlternateContent xmlns:mc="http://schemas.openxmlformats.org/markup-compatibility/2006">
        <mc:Choice xmlns:p14="http://schemas.microsoft.com/office/powerpoint/2010/main" Requires="p14">
          <p:contentPart p14:bwMode="auto" r:id="rId3">
            <p14:nvContentPartPr>
              <p14:cNvPr id="1048778" name=""/>
              <p14:cNvContentPartPr/>
              <p14:nvPr/>
            </p14:nvContentPartPr>
            <p14:xfrm>
              <a:off x="141079" y="4396439"/>
              <a:ext cx="394152" cy="552589"/>
            </p14:xfrm>
          </p:contentPart>
        </mc:Choice>
        <mc:Fallback>
          <p:sp>
            <p:nvSpPr>
              <p:cNvPr id="1048778" name=""/>
              <p:cNvSpPr/>
              <p:nvPr/>
            </p:nvSpPr>
            <p:spPr>
              <a:xfrm>
                <a:off x="141079" y="4396439"/>
                <a:ext cx="394152" cy="552589"/>
              </a:xfrm>
            </p:spPr>
          </p:sp>
        </mc:Fallback>
      </mc:AlternateContent>
      <mc:AlternateContent xmlns:mc="http://schemas.openxmlformats.org/markup-compatibility/2006">
        <mc:Choice xmlns:p14="http://schemas.microsoft.com/office/powerpoint/2010/main" Requires="p14">
          <p:contentPart p14:bwMode="auto" r:id="rId4">
            <p14:nvContentPartPr>
              <p14:cNvPr id="1048779" name=""/>
              <p14:cNvContentPartPr/>
              <p14:nvPr/>
            </p14:nvContentPartPr>
            <p14:xfrm>
              <a:off x="0" y="0"/>
              <a:ext cx="0" cy="0"/>
            </p14:xfrm>
          </p:contentPart>
        </mc:Choice>
        <mc:Fallback>
          <p:sp>
            <p:nvSpPr>
              <p:cNvPr id="1048779"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5">
            <p14:nvContentPartPr>
              <p14:cNvPr id="1048780" name=""/>
              <p14:cNvContentPartPr/>
              <p14:nvPr/>
            </p14:nvContentPartPr>
            <p14:xfrm>
              <a:off x="2706733" y="5308769"/>
              <a:ext cx="247227" cy="80662"/>
            </p14:xfrm>
          </p:contentPart>
        </mc:Choice>
        <mc:Fallback>
          <p:sp>
            <p:nvSpPr>
              <p:cNvPr id="1048780" name=""/>
              <p:cNvSpPr/>
              <p:nvPr/>
            </p:nvSpPr>
            <p:spPr>
              <a:xfrm>
                <a:off x="2706733" y="5308769"/>
                <a:ext cx="247227" cy="80662"/>
              </a:xfrm>
            </p:spPr>
          </p:sp>
        </mc:Fallback>
      </mc:AlternateContent>
      <mc:AlternateContent xmlns:mc="http://schemas.openxmlformats.org/markup-compatibility/2006">
        <mc:Choice xmlns:p14="http://schemas.microsoft.com/office/powerpoint/2010/main" Requires="p14">
          <p:contentPart p14:bwMode="auto" r:id="rId6">
            <p14:nvContentPartPr>
              <p14:cNvPr id="1048781" name=""/>
              <p14:cNvContentPartPr/>
              <p14:nvPr/>
            </p14:nvContentPartPr>
            <p14:xfrm>
              <a:off x="3156658" y="5289586"/>
              <a:ext cx="563302" cy="57086"/>
            </p14:xfrm>
          </p:contentPart>
        </mc:Choice>
        <mc:Fallback>
          <p:sp>
            <p:nvSpPr>
              <p:cNvPr id="1048781" name=""/>
              <p:cNvSpPr/>
              <p:nvPr/>
            </p:nvSpPr>
            <p:spPr>
              <a:xfrm>
                <a:off x="3156658" y="5289586"/>
                <a:ext cx="563302" cy="57086"/>
              </a:xfrm>
            </p:spPr>
          </p:sp>
        </mc:Fallback>
      </mc:AlternateContent>
      <mc:AlternateContent xmlns:mc="http://schemas.openxmlformats.org/markup-compatibility/2006">
        <mc:Choice xmlns:p14="http://schemas.microsoft.com/office/powerpoint/2010/main" Requires="p14">
          <p:contentPart p14:bwMode="auto" r:id="rId7">
            <p14:nvContentPartPr>
              <p14:cNvPr id="1048782" name=""/>
              <p14:cNvContentPartPr/>
              <p14:nvPr/>
            </p14:nvContentPartPr>
            <p14:xfrm>
              <a:off x="3983701" y="5263681"/>
              <a:ext cx="719024" cy="74949"/>
            </p14:xfrm>
          </p:contentPart>
        </mc:Choice>
        <mc:Fallback>
          <p:sp>
            <p:nvSpPr>
              <p:cNvPr id="1048782" name=""/>
              <p:cNvSpPr/>
              <p:nvPr/>
            </p:nvSpPr>
            <p:spPr>
              <a:xfrm>
                <a:off x="3983701" y="5263681"/>
                <a:ext cx="719024" cy="74949"/>
              </a:xfrm>
            </p:spPr>
          </p:sp>
        </mc:Fallback>
      </mc:AlternateContent>
      <mc:AlternateContent xmlns:mc="http://schemas.openxmlformats.org/markup-compatibility/2006">
        <mc:Choice xmlns:p14="http://schemas.microsoft.com/office/powerpoint/2010/main" Requires="p14">
          <p:contentPart p14:bwMode="auto" r:id="rId8">
            <p14:nvContentPartPr>
              <p14:cNvPr id="1048783" name=""/>
              <p14:cNvContentPartPr/>
              <p14:nvPr/>
            </p14:nvContentPartPr>
            <p14:xfrm>
              <a:off x="3484507" y="5267798"/>
              <a:ext cx="116449" cy="169046"/>
            </p14:xfrm>
          </p:contentPart>
        </mc:Choice>
        <mc:Fallback>
          <p:sp>
            <p:nvSpPr>
              <p:cNvPr id="1048783" name=""/>
              <p:cNvSpPr/>
              <p:nvPr/>
            </p:nvSpPr>
            <p:spPr>
              <a:xfrm>
                <a:off x="3484507" y="5267798"/>
                <a:ext cx="116449" cy="169046"/>
              </a:xfrm>
            </p:spPr>
          </p:sp>
        </mc:Fallback>
      </mc:AlternateContent>
      <mc:AlternateContent xmlns:mc="http://schemas.openxmlformats.org/markup-compatibility/2006">
        <mc:Choice xmlns:p14="http://schemas.microsoft.com/office/powerpoint/2010/main" Requires="p14">
          <p:contentPart p14:bwMode="auto" r:id="rId9">
            <p14:nvContentPartPr>
              <p14:cNvPr id="1048784" name=""/>
              <p14:cNvContentPartPr/>
              <p14:nvPr/>
            </p14:nvContentPartPr>
            <p14:xfrm>
              <a:off x="2754422" y="6451115"/>
              <a:ext cx="865708" cy="87661"/>
            </p14:xfrm>
          </p:contentPart>
        </mc:Choice>
        <mc:Fallback>
          <p:sp>
            <p:nvSpPr>
              <p:cNvPr id="1048784" name=""/>
              <p:cNvSpPr/>
              <p:nvPr/>
            </p:nvSpPr>
            <p:spPr>
              <a:xfrm>
                <a:off x="2754422" y="6451115"/>
                <a:ext cx="865708" cy="87661"/>
              </a:xfrm>
            </p:spPr>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38" name="Shape 140"/>
        <p:cNvGrpSpPr/>
        <p:nvPr/>
      </p:nvGrpSpPr>
      <p:grpSpPr>
        <a:xfrm>
          <a:off x="0" y="0"/>
          <a:ext cx="0" cy="0"/>
          <a:chOff x="0" y="0"/>
          <a:chExt cx="0" cy="0"/>
        </a:xfrm>
      </p:grpSpPr>
      <p:pic>
        <p:nvPicPr>
          <p:cNvPr id="2097163" name="Google Shape;141;p20"/>
          <p:cNvPicPr preferRelativeResize="0">
            <a:picLocks/>
          </p:cNvPicPr>
          <p:nvPr/>
        </p:nvPicPr>
        <p:blipFill rotWithShape="1">
          <a:blip xmlns:r="http://schemas.openxmlformats.org/officeDocument/2006/relationships" r:embed="rId1">
            <a:alphaModFix/>
          </a:blip>
          <a:srcRect l="0" t="0" r="0" b="0"/>
          <a:stretch>
            <a:fillRect/>
          </a:stretch>
        </p:blipFill>
        <p:spPr>
          <a:xfrm>
            <a:off x="6110753" y="70702"/>
            <a:ext cx="5101717" cy="1641331"/>
          </a:xfrm>
          <a:prstGeom prst="rect"/>
          <a:noFill/>
          <a:ln>
            <a:noFill/>
          </a:ln>
        </p:spPr>
      </p:pic>
      <p:pic>
        <p:nvPicPr>
          <p:cNvPr id="2097164" name="Google Shape;142;p20"/>
          <p:cNvPicPr preferRelativeResize="0">
            <a:picLocks/>
          </p:cNvPicPr>
          <p:nvPr/>
        </p:nvPicPr>
        <p:blipFill rotWithShape="1">
          <a:blip xmlns:r="http://schemas.openxmlformats.org/officeDocument/2006/relationships" r:embed="rId2">
            <a:alphaModFix/>
          </a:blip>
          <a:srcRect l="0" t="0" r="0" b="0"/>
          <a:stretch>
            <a:fillRect/>
          </a:stretch>
        </p:blipFill>
        <p:spPr>
          <a:xfrm>
            <a:off x="6110753" y="1826198"/>
            <a:ext cx="4661742" cy="1281979"/>
          </a:xfrm>
          <a:prstGeom prst="rect"/>
          <a:noFill/>
          <a:ln>
            <a:noFill/>
          </a:ln>
        </p:spPr>
      </p:pic>
      <p:pic>
        <p:nvPicPr>
          <p:cNvPr id="2097165" name="Google Shape;143;p20"/>
          <p:cNvPicPr preferRelativeResize="0">
            <a:picLocks/>
          </p:cNvPicPr>
          <p:nvPr/>
        </p:nvPicPr>
        <p:blipFill rotWithShape="1">
          <a:blip xmlns:r="http://schemas.openxmlformats.org/officeDocument/2006/relationships" r:embed="rId3">
            <a:alphaModFix/>
          </a:blip>
          <a:srcRect l="0" t="0" r="0" b="0"/>
          <a:stretch>
            <a:fillRect/>
          </a:stretch>
        </p:blipFill>
        <p:spPr>
          <a:xfrm>
            <a:off x="379423" y="3641027"/>
            <a:ext cx="5026409" cy="1430049"/>
          </a:xfrm>
          <a:prstGeom prst="rect"/>
          <a:noFill/>
          <a:ln>
            <a:noFill/>
          </a:ln>
        </p:spPr>
      </p:pic>
      <p:pic>
        <p:nvPicPr>
          <p:cNvPr id="2097166" name="Google Shape;144;p20"/>
          <p:cNvPicPr preferRelativeResize="0">
            <a:picLocks/>
          </p:cNvPicPr>
          <p:nvPr/>
        </p:nvPicPr>
        <p:blipFill rotWithShape="1">
          <a:blip xmlns:r="http://schemas.openxmlformats.org/officeDocument/2006/relationships" r:embed="rId4">
            <a:alphaModFix/>
          </a:blip>
          <a:srcRect l="0" t="0" r="0" b="0"/>
          <a:stretch>
            <a:fillRect/>
          </a:stretch>
        </p:blipFill>
        <p:spPr>
          <a:xfrm>
            <a:off x="640772" y="4976586"/>
            <a:ext cx="3992922" cy="1632242"/>
          </a:xfrm>
          <a:prstGeom prst="rect"/>
          <a:noFill/>
          <a:ln>
            <a:noFill/>
          </a:ln>
        </p:spPr>
      </p:pic>
      <p:pic>
        <p:nvPicPr>
          <p:cNvPr id="2097167" name="Google Shape;145;p20"/>
          <p:cNvPicPr preferRelativeResize="0">
            <a:picLocks/>
          </p:cNvPicPr>
          <p:nvPr/>
        </p:nvPicPr>
        <p:blipFill rotWithShape="1">
          <a:blip xmlns:r="http://schemas.openxmlformats.org/officeDocument/2006/relationships" r:embed="rId5">
            <a:alphaModFix/>
          </a:blip>
          <a:srcRect l="0" t="0" r="0" b="0"/>
          <a:stretch>
            <a:fillRect/>
          </a:stretch>
        </p:blipFill>
        <p:spPr>
          <a:xfrm>
            <a:off x="6388263" y="3222343"/>
            <a:ext cx="4546693" cy="1995493"/>
          </a:xfrm>
          <a:prstGeom prst="rect"/>
          <a:noFill/>
          <a:ln>
            <a:noFill/>
          </a:ln>
        </p:spPr>
      </p:pic>
      <p:pic>
        <p:nvPicPr>
          <p:cNvPr id="2097168" name="Google Shape;146;p20"/>
          <p:cNvPicPr preferRelativeResize="0">
            <a:picLocks/>
          </p:cNvPicPr>
          <p:nvPr/>
        </p:nvPicPr>
        <p:blipFill rotWithShape="1">
          <a:blip xmlns:r="http://schemas.openxmlformats.org/officeDocument/2006/relationships" r:embed="rId6">
            <a:alphaModFix/>
          </a:blip>
          <a:srcRect l="0" t="0" r="0" b="0"/>
          <a:stretch>
            <a:fillRect/>
          </a:stretch>
        </p:blipFill>
        <p:spPr>
          <a:xfrm>
            <a:off x="6459676" y="5071076"/>
            <a:ext cx="4403869" cy="1887373"/>
          </a:xfrm>
          <a:prstGeom prst="rect"/>
          <a:noFill/>
          <a:ln>
            <a:noFill/>
          </a:ln>
        </p:spPr>
      </p:pic>
      <p:pic>
        <p:nvPicPr>
          <p:cNvPr id="2097169" name="Google Shape;147;p20"/>
          <p:cNvPicPr preferRelativeResize="0">
            <a:picLocks/>
          </p:cNvPicPr>
          <p:nvPr/>
        </p:nvPicPr>
        <p:blipFill rotWithShape="1">
          <a:blip xmlns:r="http://schemas.openxmlformats.org/officeDocument/2006/relationships" r:embed="rId7">
            <a:alphaModFix/>
          </a:blip>
          <a:srcRect l="0" t="0" r="0" b="0"/>
          <a:stretch>
            <a:fillRect/>
          </a:stretch>
        </p:blipFill>
        <p:spPr>
          <a:xfrm>
            <a:off x="666771" y="891367"/>
            <a:ext cx="4656995" cy="1211908"/>
          </a:xfrm>
          <a:prstGeom prst="rect"/>
          <a:noFill/>
          <a:ln>
            <a:noFill/>
          </a:ln>
        </p:spPr>
      </p:pic>
      <p:cxnSp>
        <p:nvCxnSpPr>
          <p:cNvPr id="3145728" name="Google Shape;148;p20"/>
          <p:cNvCxnSpPr>
            <a:cxnSpLocks/>
            <a:stCxn id="2097169" idx="3"/>
          </p:cNvCxnSpPr>
          <p:nvPr/>
        </p:nvCxnSpPr>
        <p:spPr>
          <a:xfrm rot="10800000" flipH="1">
            <a:off x="5323766" y="540321"/>
            <a:ext cx="928200" cy="957000"/>
          </a:xfrm>
          <a:prstGeom prst="straightConnector1"/>
          <a:noFill/>
          <a:ln w="9525" cap="flat" cmpd="sng">
            <a:solidFill>
              <a:schemeClr val="accent1"/>
            </a:solidFill>
            <a:prstDash val="solid"/>
            <a:miter lim="800000"/>
            <a:headEnd type="none" w="sm" len="sm"/>
            <a:tailEnd type="triangle" w="med" len="med"/>
          </a:ln>
        </p:spPr>
      </p:cxnSp>
      <p:cxnSp>
        <p:nvCxnSpPr>
          <p:cNvPr id="3145729" name="Google Shape;149;p20"/>
          <p:cNvCxnSpPr>
            <a:cxnSpLocks/>
            <a:stCxn id="2097169" idx="3"/>
          </p:cNvCxnSpPr>
          <p:nvPr/>
        </p:nvCxnSpPr>
        <p:spPr>
          <a:xfrm>
            <a:off x="5323766" y="1497321"/>
            <a:ext cx="956100" cy="968700"/>
          </a:xfrm>
          <a:prstGeom prst="straightConnector1"/>
          <a:noFill/>
          <a:ln w="9525" cap="flat" cmpd="sng">
            <a:solidFill>
              <a:schemeClr val="accent1"/>
            </a:solidFill>
            <a:prstDash val="solid"/>
            <a:miter lim="800000"/>
            <a:headEnd type="none" w="sm" len="sm"/>
            <a:tailEnd type="triangle" w="med" len="med"/>
          </a:ln>
        </p:spPr>
      </p:cxnSp>
      <p:cxnSp>
        <p:nvCxnSpPr>
          <p:cNvPr id="3145730" name="Google Shape;150;p20"/>
          <p:cNvCxnSpPr>
            <a:cxnSpLocks/>
          </p:cNvCxnSpPr>
          <p:nvPr/>
        </p:nvCxnSpPr>
        <p:spPr>
          <a:xfrm rot="10800000" flipH="1">
            <a:off x="5225586" y="3908623"/>
            <a:ext cx="1124614" cy="1017149"/>
          </a:xfrm>
          <a:prstGeom prst="straightConnector1"/>
          <a:noFill/>
          <a:ln w="9525" cap="flat" cmpd="sng">
            <a:solidFill>
              <a:schemeClr val="accent1"/>
            </a:solidFill>
            <a:prstDash val="solid"/>
            <a:miter lim="800000"/>
            <a:headEnd type="none" w="sm" len="sm"/>
            <a:tailEnd type="triangle" w="med" len="med"/>
          </a:ln>
        </p:spPr>
      </p:cxnSp>
      <p:cxnSp>
        <p:nvCxnSpPr>
          <p:cNvPr id="3145731" name="Google Shape;151;p20"/>
          <p:cNvCxnSpPr>
            <a:cxnSpLocks/>
          </p:cNvCxnSpPr>
          <p:nvPr/>
        </p:nvCxnSpPr>
        <p:spPr>
          <a:xfrm>
            <a:off x="5240636" y="4921166"/>
            <a:ext cx="1038176" cy="1038176"/>
          </a:xfrm>
          <a:prstGeom prst="straightConnector1"/>
          <a:noFill/>
          <a:ln w="9525" cap="flat" cmpd="sng">
            <a:solidFill>
              <a:schemeClr val="accent1"/>
            </a:solidFill>
            <a:prstDash val="solid"/>
            <a:miter lim="800000"/>
            <a:headEnd type="none" w="sm" len="sm"/>
            <a:tailEnd type="triangle" w="med" len="med"/>
          </a:ln>
        </p:spPr>
      </p:cxnSp>
      <p:cxnSp>
        <p:nvCxnSpPr>
          <p:cNvPr id="3145732" name="Google Shape;152;p20"/>
          <p:cNvCxnSpPr>
            <a:cxnSpLocks/>
          </p:cNvCxnSpPr>
          <p:nvPr/>
        </p:nvCxnSpPr>
        <p:spPr>
          <a:xfrm>
            <a:off x="5985164" y="3166923"/>
            <a:ext cx="5361709" cy="0"/>
          </a:xfrm>
          <a:prstGeom prst="straightConnector1"/>
          <a:noFill/>
          <a:ln w="28575" cap="flat" cmpd="sng">
            <a:solidFill>
              <a:schemeClr val="dk1"/>
            </a:solidFill>
            <a:prstDash val="solid"/>
            <a:miter lim="800000"/>
            <a:headEnd type="none" w="sm" len="sm"/>
            <a:tailEnd type="none" w="sm" len="sm"/>
          </a:ln>
        </p:spPr>
      </p:cxn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ScaleCrop>0</ScaleCrop>
  <LinksUpToDate>0</LinksUpToDate>
</Properties>
</file>

<file path=docProps/core.xml><?xml version="1.0" encoding="utf-8"?>
<cp:coreProperties xmlns:cp="http://schemas.openxmlformats.org/package/2006/metadata/core-properties" xmlns:dc="http://purl.org/dc/elements/1.1/" xmlns:dcterms="http://purl.org/dc/terms/" xmlns:xsi="http://www.w3.org/2001/XMLSchema-instance">
  <dc:creator>23043RP34G</dc:creator>
  <dcterms:created xsi:type="dcterms:W3CDTF">2025-09-21T06:18:30Z</dcterms:created>
  <dcterms:modified xsi:type="dcterms:W3CDTF">2025-09-21T06:18:30Z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ff6c20f6e28c4b168903f35dd9db340c</vt:lpwstr>
  </property>
</Properties>
</file>